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6fcb09a46474075" /><Relationship Type="http://schemas.openxmlformats.org/officeDocument/2006/relationships/extended-properties" Target="/docProps/app.xml" Id="R33e7c1318aa645f1" /><Relationship Type="http://schemas.openxmlformats.org/officeDocument/2006/relationships/officeDocument" Target="/ppt/presentation.xml" Id="R4121ca0c94a84e6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6590d3c500a4543"/>
  </p:sldMasterIdLst>
  <p:notesMasterIdLst>
    <p:notesMasterId xmlns:r="http://schemas.openxmlformats.org/officeDocument/2006/relationships" r:id="Raf17719fd4424cf4"/>
  </p:notesMasterIdLst>
  <p:sldIdLst>
    <p:sldId xmlns:r="http://schemas.openxmlformats.org/officeDocument/2006/relationships" id="256" r:id="R016e04f26cb74d66"/>
    <p:sldId xmlns:r="http://schemas.openxmlformats.org/officeDocument/2006/relationships" id="257" r:id="R20c86bfd946841e7"/>
    <p:sldId xmlns:r="http://schemas.openxmlformats.org/officeDocument/2006/relationships" id="258" r:id="R193cea66d6924c4c"/>
    <p:sldId xmlns:r="http://schemas.openxmlformats.org/officeDocument/2006/relationships" id="259" r:id="Rf149ba54499b4985"/>
    <p:sldId xmlns:r="http://schemas.openxmlformats.org/officeDocument/2006/relationships" id="260" r:id="Rc534d18b68294390"/>
    <p:sldId xmlns:r="http://schemas.openxmlformats.org/officeDocument/2006/relationships" id="261" r:id="R6815b82c107c4a9f"/>
    <p:sldId xmlns:r="http://schemas.openxmlformats.org/officeDocument/2006/relationships" id="262" r:id="R9ebf47ff84034782"/>
    <p:sldId xmlns:r="http://schemas.openxmlformats.org/officeDocument/2006/relationships" id="263" r:id="R361496faa58d4b01"/>
    <p:sldId xmlns:r="http://schemas.openxmlformats.org/officeDocument/2006/relationships" id="264" r:id="R4d519b19b9e54f15"/>
    <p:sldId xmlns:r="http://schemas.openxmlformats.org/officeDocument/2006/relationships" id="265" r:id="R1197c7e47d7c413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26bfdd7ad334914" /><Relationship Type="http://schemas.openxmlformats.org/officeDocument/2006/relationships/slideMaster" Target="/ppt/slideMasters/slideMaster1.xml" Id="Ra6590d3c500a4543" /><Relationship Type="http://schemas.openxmlformats.org/officeDocument/2006/relationships/notesMaster" Target="/ppt/notesMasters/notesMaster1.xml" Id="Raf17719fd4424cf4" /><Relationship Type="http://schemas.openxmlformats.org/officeDocument/2006/relationships/presProps" Target="/ppt/presProps.xml" Id="R2fd39ea0b0dc4549" /><Relationship Type="http://schemas.openxmlformats.org/officeDocument/2006/relationships/tableStyles" Target="/ppt/tableStyles.xml" Id="Rc30396299519459e" /><Relationship Type="http://schemas.openxmlformats.org/officeDocument/2006/relationships/slide" Target="/ppt/slides/slide1.xml" Id="R016e04f26cb74d66" /><Relationship Type="http://schemas.openxmlformats.org/officeDocument/2006/relationships/slide" Target="/ppt/slides/slide2.xml" Id="R20c86bfd946841e7" /><Relationship Type="http://schemas.openxmlformats.org/officeDocument/2006/relationships/slide" Target="/ppt/slides/slide3.xml" Id="R193cea66d6924c4c" /><Relationship Type="http://schemas.openxmlformats.org/officeDocument/2006/relationships/slide" Target="/ppt/slides/slide4.xml" Id="Rf149ba54499b4985" /><Relationship Type="http://schemas.openxmlformats.org/officeDocument/2006/relationships/slide" Target="/ppt/slides/slide5.xml" Id="Rc534d18b68294390" /><Relationship Type="http://schemas.openxmlformats.org/officeDocument/2006/relationships/slide" Target="/ppt/slides/slide6.xml" Id="R6815b82c107c4a9f" /><Relationship Type="http://schemas.openxmlformats.org/officeDocument/2006/relationships/slide" Target="/ppt/slides/slide7.xml" Id="R9ebf47ff84034782" /><Relationship Type="http://schemas.openxmlformats.org/officeDocument/2006/relationships/slide" Target="/ppt/slides/slide8.xml" Id="R361496faa58d4b01" /><Relationship Type="http://schemas.openxmlformats.org/officeDocument/2006/relationships/slide" Target="/ppt/slides/slide9.xml" Id="R4d519b19b9e54f15" /><Relationship Type="http://schemas.openxmlformats.org/officeDocument/2006/relationships/slide" Target="/ppt/slides/slide10.xml" Id="R1197c7e47d7c413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0e0321a582842c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5d3267ae23a448d" /><Relationship Type="http://schemas.openxmlformats.org/officeDocument/2006/relationships/notesMaster" Target="/ppt/notesMasters/notesMaster1.xml" Id="R1284d97c65da484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9eec7282bc5460e" /><Relationship Type="http://schemas.openxmlformats.org/officeDocument/2006/relationships/notesMaster" Target="/ppt/notesMasters/notesMaster1.xml" Id="Ra6c46072b9d8446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5395c81d45540f9" /><Relationship Type="http://schemas.openxmlformats.org/officeDocument/2006/relationships/notesMaster" Target="/ppt/notesMasters/notesMaster1.xml" Id="R360536053f10478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0c2bc954d1c41b4" /><Relationship Type="http://schemas.openxmlformats.org/officeDocument/2006/relationships/notesMaster" Target="/ppt/notesMasters/notesMaster1.xml" Id="R825c04e5ea464da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688349a3cb34775" /><Relationship Type="http://schemas.openxmlformats.org/officeDocument/2006/relationships/notesMaster" Target="/ppt/notesMasters/notesMaster1.xml" Id="Raae796307e9a4fa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14ee75565274f63" /><Relationship Type="http://schemas.openxmlformats.org/officeDocument/2006/relationships/notesMaster" Target="/ppt/notesMasters/notesMaster1.xml" Id="Rb5f4891c0a1648b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98cd8289181447f" /><Relationship Type="http://schemas.openxmlformats.org/officeDocument/2006/relationships/notesMaster" Target="/ppt/notesMasters/notesMaster1.xml" Id="Rcda6a70826914d5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6d019a573fa4cdf" /><Relationship Type="http://schemas.openxmlformats.org/officeDocument/2006/relationships/notesMaster" Target="/ppt/notesMasters/notesMaster1.xml" Id="Ra15721ed3b3c4b5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88fd7aedb8a49bf" /><Relationship Type="http://schemas.openxmlformats.org/officeDocument/2006/relationships/notesMaster" Target="/ppt/notesMasters/notesMaster1.xml" Id="Rddf1189f208340b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bd8ea7f47ec4fed" /><Relationship Type="http://schemas.openxmlformats.org/officeDocument/2006/relationships/notesMaster" Target="/ppt/notesMasters/notesMaster1.xml" Id="Re86492069a8047c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f6030e809548e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7b4a3e223e441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1f8c26609b49a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33d66fa83c4e3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f59e3f4682413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0d24c48d48484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8F9B592-CC49-420D-B153-E51BF3E615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9212F84-2144-4138-9991-0072D19DB58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C90255C-8F1C-4C7A-98D0-A938826ED1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05D7EAD-A745-461B-B587-E31564404F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7594AFB-15A2-49CC-88EB-A2A8D7AAC36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613D86F-7335-4993-A2F3-EE31E5C5EF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D62D0BC-B264-4AB0-8D23-63FE922D2DD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F82DAF7-663D-4488-81C7-62A9A8A1435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AE6BBFA-B86F-418E-B6E8-A5E11BD454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DBB6B8C-5E1B-49B1-9A4B-72255F2D6E5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6c8046d16024dc5" /><Relationship Type="http://schemas.openxmlformats.org/officeDocument/2006/relationships/slideLayout" Target="/ppt/slideLayouts/slideLayout1.xml" Id="Red582c322f71492c" /><Relationship Type="http://schemas.openxmlformats.org/officeDocument/2006/relationships/slideLayout" Target="/ppt/slideLayouts/slideLayout2.xml" Id="R9ef0b6e8a5384860" /><Relationship Type="http://schemas.openxmlformats.org/officeDocument/2006/relationships/slideLayout" Target="/ppt/slideLayouts/slideLayout3.xml" Id="R8b82899896c343be" /><Relationship Type="http://schemas.openxmlformats.org/officeDocument/2006/relationships/slideLayout" Target="/ppt/slideLayouts/slideLayout4.xml" Id="R351a2bba4c074938" /><Relationship Type="http://schemas.openxmlformats.org/officeDocument/2006/relationships/slideLayout" Target="/ppt/slideLayouts/slideLayout5.xml" Id="R2f80be553e6a484f" /><Relationship Type="http://schemas.openxmlformats.org/officeDocument/2006/relationships/slideLayout" Target="/ppt/slideLayouts/slideLayout6.xml" Id="R76d335c648784bf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d582c322f71492c"/>
    <p:sldLayoutId xmlns:r="http://schemas.openxmlformats.org/officeDocument/2006/relationships" id="2147483650" r:id="R9ef0b6e8a5384860"/>
    <p:sldLayoutId xmlns:r="http://schemas.openxmlformats.org/officeDocument/2006/relationships" id="2147483651" r:id="R8b82899896c343be"/>
    <p:sldLayoutId xmlns:r="http://schemas.openxmlformats.org/officeDocument/2006/relationships" id="2147483652" r:id="R351a2bba4c074938"/>
    <p:sldLayoutId xmlns:r="http://schemas.openxmlformats.org/officeDocument/2006/relationships" id="2147483653" r:id="R2f80be553e6a484f"/>
    <p:sldLayoutId xmlns:r="http://schemas.openxmlformats.org/officeDocument/2006/relationships" id="2147483654" r:id="R76d335c648784bf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dc4ee97cb2426f" /><Relationship Type="http://schemas.openxmlformats.org/officeDocument/2006/relationships/image" Target="/ppt/media/image.png" Id="R025facd4adfe4017" /><Relationship Type="http://schemas.openxmlformats.org/officeDocument/2006/relationships/notesSlide" Target="/ppt/notesSlides/notesSlide1.xml" Id="R87ec9b77bc7d4fd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8eb03af55bc4dc9" /><Relationship Type="http://schemas.openxmlformats.org/officeDocument/2006/relationships/notesSlide" Target="/ppt/notesSlides/notesSlide2.xml" Id="Rc46817a301e6411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5fdfaaff5d420e" /><Relationship Type="http://schemas.openxmlformats.org/officeDocument/2006/relationships/image" Target="/ppt/media/image2.png" Id="R73a7b7112c4b495f" /><Relationship Type="http://schemas.openxmlformats.org/officeDocument/2006/relationships/image" Target="/ppt/media/image3.png" Id="Rafd9145ecc51484f" /><Relationship Type="http://schemas.openxmlformats.org/officeDocument/2006/relationships/notesSlide" Target="/ppt/notesSlides/notesSlide3.xml" Id="R74f992eaa5ca444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4cca92450834908" /><Relationship Type="http://schemas.openxmlformats.org/officeDocument/2006/relationships/notesSlide" Target="/ppt/notesSlides/notesSlide4.xml" Id="Rf0d99e237c6445c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4ea412c7a24497" /><Relationship Type="http://schemas.openxmlformats.org/officeDocument/2006/relationships/notesSlide" Target="/ppt/notesSlides/notesSlide5.xml" Id="Rd0d316e328e245b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12b5cdf0b44c6f" /><Relationship Type="http://schemas.openxmlformats.org/officeDocument/2006/relationships/notesSlide" Target="/ppt/notesSlides/notesSlide6.xml" Id="Rf48ad82e9a954d4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26e9fad11b4d79" /><Relationship Type="http://schemas.openxmlformats.org/officeDocument/2006/relationships/notesSlide" Target="/ppt/notesSlides/notesSlide7.xml" Id="R58139c4308c5409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f90b6aa31d34371" /><Relationship Type="http://schemas.openxmlformats.org/officeDocument/2006/relationships/notesSlide" Target="/ppt/notesSlides/notesSlide8.xml" Id="Rbcd1940042154d3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3c7572dbced405e" /><Relationship Type="http://schemas.openxmlformats.org/officeDocument/2006/relationships/notesSlide" Target="/ppt/notesSlides/notesSlide9.xml" Id="R5ca9bb85bfbb421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bd73514d714dcc" /><Relationship Type="http://schemas.openxmlformats.org/officeDocument/2006/relationships/notesSlide" Target="/ppt/notesSlides/notesSlide10.xml" Id="R9c97752c51ef4f5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1324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C06C20-C619-407C-99E4-E2185657A83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5facd4adfe4017"/>
          <a:stretch xmlns:a="http://schemas.openxmlformats.org/drawingml/2006/main"/>
        </p:blipFill>
        <p:spPr>
          <a:xfrm xmlns:a="http://schemas.openxmlformats.org/drawingml/2006/main">
            <a:off x="1047750" y="619125"/>
            <a:ext cx="628650" cy="628650"/>
          </a:xfrm>
          <a:prstGeom xmlns:a="http://schemas.openxmlformats.org/drawingml/2006/main" prst="roundRect">
            <a:avLst>
              <a:gd name="adj" fmla="val 18182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8C447B-87BC-474C-A3A5-3D945CBB2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6687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FFC2AA"/>
                </a:solidFill>
              </a:defRPr>
            </a:defPPr>
            <a:lvl1pPr algn="l">
              <a:defRPr sz="900" b="1">
                <a:solidFill>
                  <a:srgbClr val="FFC2AA"/>
                </a:solidFill>
              </a:defRPr>
            </a:lvl1pPr>
            <a:lvl2pPr algn="l">
              <a:defRPr sz="900" b="1">
                <a:solidFill>
                  <a:srgbClr val="FFC2AA"/>
                </a:solidFill>
              </a:defRPr>
            </a:lvl2pPr>
            <a:lvl3pPr algn="l">
              <a:defRPr sz="900" b="1">
                <a:solidFill>
                  <a:srgbClr val="FFC2AA"/>
                </a:solidFill>
              </a:defRPr>
            </a:lvl3pPr>
            <a:lvl4pPr algn="l">
              <a:defRPr sz="900" b="1">
                <a:solidFill>
                  <a:srgbClr val="FFC2AA"/>
                </a:solidFill>
              </a:defRPr>
            </a:lvl4pPr>
            <a:lvl5pPr algn="l">
              <a:defRPr sz="900" b="1">
                <a:solidFill>
                  <a:srgbClr val="FFC2AA"/>
                </a:solidFill>
              </a:defRPr>
            </a:lvl5pPr>
            <a:lvl6pPr algn="l">
              <a:defRPr sz="900" b="1">
                <a:solidFill>
                  <a:srgbClr val="FFC2AA"/>
                </a:solidFill>
              </a:defRPr>
            </a:lvl6pPr>
            <a:lvl7pPr algn="l">
              <a:defRPr sz="900" b="1">
                <a:solidFill>
                  <a:srgbClr val="FFC2AA"/>
                </a:solidFill>
              </a:defRPr>
            </a:lvl7pPr>
            <a:lvl8pPr algn="l">
              <a:defRPr sz="900" b="1">
                <a:solidFill>
                  <a:srgbClr val="FFC2AA"/>
                </a:solidFill>
              </a:defRPr>
            </a:lvl8pPr>
            <a:lvl9pPr algn="l">
              <a:defRPr sz="900" b="1">
                <a:solidFill>
                  <a:srgbClr val="FFC2AA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FFC2AA"/>
                </a:solidFill>
              </a:defRPr>
            </a:pPr>
            <a:r>
              <a:rPr sz="900" b="1">
                <a:solidFill>
                  <a:srgbClr val="FFC2AA"/>
                </a:solidFill>
              </a:rPr>
              <a:t>CAMPUS FOOD OPERATIONS PLATFORM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ED3859-650D-4D7A-B94B-E7D0B91BB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00250"/>
            <a:ext cx="68580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900" b="1">
                <a:solidFill>
                  <a:srgbClr val="FFFFFF"/>
                </a:solidFill>
              </a:defRPr>
            </a:defPPr>
            <a:lvl1pPr algn="l">
              <a:defRPr sz="3900" b="1">
                <a:solidFill>
                  <a:srgbClr val="FFFFFF"/>
                </a:solidFill>
              </a:defRPr>
            </a:lvl1pPr>
            <a:lvl2pPr algn="l">
              <a:defRPr sz="3900" b="1">
                <a:solidFill>
                  <a:srgbClr val="FFFFFF"/>
                </a:solidFill>
              </a:defRPr>
            </a:lvl2pPr>
            <a:lvl3pPr algn="l">
              <a:defRPr sz="3900" b="1">
                <a:solidFill>
                  <a:srgbClr val="FFFFFF"/>
                </a:solidFill>
              </a:defRPr>
            </a:lvl3pPr>
            <a:lvl4pPr algn="l">
              <a:defRPr sz="3900" b="1">
                <a:solidFill>
                  <a:srgbClr val="FFFFFF"/>
                </a:solidFill>
              </a:defRPr>
            </a:lvl4pPr>
            <a:lvl5pPr algn="l">
              <a:defRPr sz="3900" b="1">
                <a:solidFill>
                  <a:srgbClr val="FFFFFF"/>
                </a:solidFill>
              </a:defRPr>
            </a:lvl5pPr>
            <a:lvl6pPr algn="l">
              <a:defRPr sz="3900" b="1">
                <a:solidFill>
                  <a:srgbClr val="FFFFFF"/>
                </a:solidFill>
              </a:defRPr>
            </a:lvl6pPr>
            <a:lvl7pPr algn="l">
              <a:defRPr sz="3900" b="1">
                <a:solidFill>
                  <a:srgbClr val="FFFFFF"/>
                </a:solidFill>
              </a:defRPr>
            </a:lvl7pPr>
            <a:lvl8pPr algn="l">
              <a:defRPr sz="3900" b="1">
                <a:solidFill>
                  <a:srgbClr val="FFFFFF"/>
                </a:solidFill>
              </a:defRPr>
            </a:lvl8pPr>
            <a:lvl9pPr algn="l">
              <a:defRPr sz="39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Every campus canteen, connected.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85A521-1971-4333-BF3B-F4F8FC423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19500"/>
            <a:ext cx="590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0">
                <a:solidFill>
                  <a:srgbClr val="D6DFEB"/>
                </a:solidFill>
              </a:defRPr>
            </a:defPPr>
            <a:lvl1pPr algn="l">
              <a:defRPr sz="1650" b="0">
                <a:solidFill>
                  <a:srgbClr val="D6DFEB"/>
                </a:solidFill>
              </a:defRPr>
            </a:lvl1pPr>
            <a:lvl2pPr algn="l">
              <a:defRPr sz="1650" b="0">
                <a:solidFill>
                  <a:srgbClr val="D6DFEB"/>
                </a:solidFill>
              </a:defRPr>
            </a:lvl2pPr>
            <a:lvl3pPr algn="l">
              <a:defRPr sz="1650" b="0">
                <a:solidFill>
                  <a:srgbClr val="D6DFEB"/>
                </a:solidFill>
              </a:defRPr>
            </a:lvl3pPr>
            <a:lvl4pPr algn="l">
              <a:defRPr sz="1650" b="0">
                <a:solidFill>
                  <a:srgbClr val="D6DFEB"/>
                </a:solidFill>
              </a:defRPr>
            </a:lvl4pPr>
            <a:lvl5pPr algn="l">
              <a:defRPr sz="1650" b="0">
                <a:solidFill>
                  <a:srgbClr val="D6DFEB"/>
                </a:solidFill>
              </a:defRPr>
            </a:lvl5pPr>
            <a:lvl6pPr algn="l">
              <a:defRPr sz="1650" b="0">
                <a:solidFill>
                  <a:srgbClr val="D6DFEB"/>
                </a:solidFill>
              </a:defRPr>
            </a:lvl6pPr>
            <a:lvl7pPr algn="l">
              <a:defRPr sz="1650" b="0">
                <a:solidFill>
                  <a:srgbClr val="D6DFEB"/>
                </a:solidFill>
              </a:defRPr>
            </a:lvl7pPr>
            <a:lvl8pPr algn="l">
              <a:defRPr sz="1650" b="0">
                <a:solidFill>
                  <a:srgbClr val="D6DFEB"/>
                </a:solidFill>
              </a:defRPr>
            </a:lvl8pPr>
            <a:lvl9pPr algn="l">
              <a:defRPr sz="1650" b="0">
                <a:solidFill>
                  <a:srgbClr val="D6DFEB"/>
                </a:solidFill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D6DFEB"/>
                </a:solidFill>
              </a:defRPr>
            </a:pPr>
            <a:r>
              <a:rPr sz="1650" b="0">
                <a:solidFill>
                  <a:srgbClr val="D6DFEB"/>
                </a:solidFill>
              </a:rPr>
              <a:t>Student ordering, counter POS, kitchen execution, offline continuity and demand forecasting in one deployable system.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C180A2-1AD5-4518-80CF-860E9DDAE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933450"/>
            <a:ext cx="3619500" cy="476250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2A3C57"/>
          </a:solidFill>
          <a:ln xmlns:a="http://schemas.openxmlformats.org/drawingml/2006/main" w="9525">
            <a:solidFill>
              <a:srgbClr val="40516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2D1982-933C-4C68-900F-F324A55B2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25730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00" b="1">
                <a:solidFill>
                  <a:srgbClr val="FFC2AA"/>
                </a:solidFill>
              </a:defRPr>
            </a:defPPr>
            <a:lvl1pPr algn="ctr">
              <a:defRPr sz="900" b="1">
                <a:solidFill>
                  <a:srgbClr val="FFC2AA"/>
                </a:solidFill>
              </a:defRPr>
            </a:lvl1pPr>
            <a:lvl2pPr algn="ctr">
              <a:defRPr sz="900" b="1">
                <a:solidFill>
                  <a:srgbClr val="FFC2AA"/>
                </a:solidFill>
              </a:defRPr>
            </a:lvl2pPr>
            <a:lvl3pPr algn="ctr">
              <a:defRPr sz="900" b="1">
                <a:solidFill>
                  <a:srgbClr val="FFC2AA"/>
                </a:solidFill>
              </a:defRPr>
            </a:lvl3pPr>
            <a:lvl4pPr algn="ctr">
              <a:defRPr sz="900" b="1">
                <a:solidFill>
                  <a:srgbClr val="FFC2AA"/>
                </a:solidFill>
              </a:defRPr>
            </a:lvl4pPr>
            <a:lvl5pPr algn="ctr">
              <a:defRPr sz="900" b="1">
                <a:solidFill>
                  <a:srgbClr val="FFC2AA"/>
                </a:solidFill>
              </a:defRPr>
            </a:lvl5pPr>
            <a:lvl6pPr algn="ctr">
              <a:defRPr sz="900" b="1">
                <a:solidFill>
                  <a:srgbClr val="FFC2AA"/>
                </a:solidFill>
              </a:defRPr>
            </a:lvl6pPr>
            <a:lvl7pPr algn="ctr">
              <a:defRPr sz="900" b="1">
                <a:solidFill>
                  <a:srgbClr val="FFC2AA"/>
                </a:solidFill>
              </a:defRPr>
            </a:lvl7pPr>
            <a:lvl8pPr algn="ctr">
              <a:defRPr sz="900" b="1">
                <a:solidFill>
                  <a:srgbClr val="FFC2AA"/>
                </a:solidFill>
              </a:defRPr>
            </a:lvl8pPr>
            <a:lvl9pPr algn="ctr">
              <a:defRPr sz="900" b="1">
                <a:solidFill>
                  <a:srgbClr val="FFC2AA"/>
                </a:solidFill>
              </a:defRPr>
            </a:lvl9pPr>
          </a:lstStyle>
          <a:p xmlns:a="http://schemas.openxmlformats.org/drawingml/2006/main">
            <a:pPr algn="ctr">
              <a:defRPr sz="900" b="1">
                <a:solidFill>
                  <a:srgbClr val="FFC2AA"/>
                </a:solidFill>
              </a:defRPr>
            </a:pPr>
            <a:r>
              <a:rPr sz="900" b="1">
                <a:solidFill>
                  <a:srgbClr val="FFC2AA"/>
                </a:solidFill>
              </a:rPr>
              <a:t>READY PRODUCT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EDAD36-9643-4C8B-83B1-3D1D08D56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847850"/>
            <a:ext cx="428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1">
                <a:solidFill>
                  <a:srgbClr val="FF8A52"/>
                </a:solidFill>
              </a:defRPr>
            </a:defPPr>
            <a:lvl1pPr algn="l">
              <a:defRPr sz="1200" b="1">
                <a:solidFill>
                  <a:srgbClr val="FF8A52"/>
                </a:solidFill>
              </a:defRPr>
            </a:lvl1pPr>
            <a:lvl2pPr algn="l">
              <a:defRPr sz="1200" b="1">
                <a:solidFill>
                  <a:srgbClr val="FF8A52"/>
                </a:solidFill>
              </a:defRPr>
            </a:lvl2pPr>
            <a:lvl3pPr algn="l">
              <a:defRPr sz="1200" b="1">
                <a:solidFill>
                  <a:srgbClr val="FF8A52"/>
                </a:solidFill>
              </a:defRPr>
            </a:lvl3pPr>
            <a:lvl4pPr algn="l">
              <a:defRPr sz="1200" b="1">
                <a:solidFill>
                  <a:srgbClr val="FF8A52"/>
                </a:solidFill>
              </a:defRPr>
            </a:lvl4pPr>
            <a:lvl5pPr algn="l">
              <a:defRPr sz="1200" b="1">
                <a:solidFill>
                  <a:srgbClr val="FF8A52"/>
                </a:solidFill>
              </a:defRPr>
            </a:lvl5pPr>
            <a:lvl6pPr algn="l">
              <a:defRPr sz="1200" b="1">
                <a:solidFill>
                  <a:srgbClr val="FF8A52"/>
                </a:solidFill>
              </a:defRPr>
            </a:lvl6pPr>
            <a:lvl7pPr algn="l">
              <a:defRPr sz="1200" b="1">
                <a:solidFill>
                  <a:srgbClr val="FF8A52"/>
                </a:solidFill>
              </a:defRPr>
            </a:lvl7pPr>
            <a:lvl8pPr algn="l">
              <a:defRPr sz="1200" b="1">
                <a:solidFill>
                  <a:srgbClr val="FF8A52"/>
                </a:solidFill>
              </a:defRPr>
            </a:lvl8pPr>
            <a:lvl9pPr algn="l">
              <a:defRPr sz="1200" b="1">
                <a:solidFill>
                  <a:srgbClr val="FF8A52"/>
                </a:solidFill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FF8A52"/>
                </a:solidFill>
              </a:defRPr>
            </a:pPr>
            <a:r>
              <a:rPr sz="1200" b="1">
                <a:solidFill>
                  <a:srgbClr val="FF8A52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973663-ED9B-4A16-9411-BF603F896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4785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FFFFFF"/>
                </a:solidFill>
              </a:defRPr>
            </a:defPPr>
            <a:lvl1pPr algn="l">
              <a:defRPr sz="1500" b="1">
                <a:solidFill>
                  <a:srgbClr val="FFFFFF"/>
                </a:solidFill>
              </a:defRPr>
            </a:lvl1pPr>
            <a:lvl2pPr algn="l">
              <a:defRPr sz="1500" b="1">
                <a:solidFill>
                  <a:srgbClr val="FFFFFF"/>
                </a:solidFill>
              </a:defRPr>
            </a:lvl2pPr>
            <a:lvl3pPr algn="l">
              <a:defRPr sz="1500" b="1">
                <a:solidFill>
                  <a:srgbClr val="FFFFFF"/>
                </a:solidFill>
              </a:defRPr>
            </a:lvl3pPr>
            <a:lvl4pPr algn="l">
              <a:defRPr sz="1500" b="1">
                <a:solidFill>
                  <a:srgbClr val="FFFFFF"/>
                </a:solidFill>
              </a:defRPr>
            </a:lvl4pPr>
            <a:lvl5pPr algn="l">
              <a:defRPr sz="1500" b="1">
                <a:solidFill>
                  <a:srgbClr val="FFFFFF"/>
                </a:solidFill>
              </a:defRPr>
            </a:lvl5pPr>
            <a:lvl6pPr algn="l">
              <a:defRPr sz="1500" b="1">
                <a:solidFill>
                  <a:srgbClr val="FFFFFF"/>
                </a:solidFill>
              </a:defRPr>
            </a:lvl6pPr>
            <a:lvl7pPr algn="l">
              <a:defRPr sz="1500" b="1">
                <a:solidFill>
                  <a:srgbClr val="FFFFFF"/>
                </a:solidFill>
              </a:defRPr>
            </a:lvl7pPr>
            <a:lvl8pPr algn="l">
              <a:defRPr sz="1500" b="1">
                <a:solidFill>
                  <a:srgbClr val="FFFFFF"/>
                </a:solidFill>
              </a:defRPr>
            </a:lvl8pPr>
            <a:lvl9pPr algn="l">
              <a:defRPr sz="15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Order anywhere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FE5A06-6078-4095-90BD-2B24E072B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667000"/>
            <a:ext cx="428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1">
                <a:solidFill>
                  <a:srgbClr val="FF8A52"/>
                </a:solidFill>
              </a:defRPr>
            </a:defPPr>
            <a:lvl1pPr algn="l">
              <a:defRPr sz="1200" b="1">
                <a:solidFill>
                  <a:srgbClr val="FF8A52"/>
                </a:solidFill>
              </a:defRPr>
            </a:lvl1pPr>
            <a:lvl2pPr algn="l">
              <a:defRPr sz="1200" b="1">
                <a:solidFill>
                  <a:srgbClr val="FF8A52"/>
                </a:solidFill>
              </a:defRPr>
            </a:lvl2pPr>
            <a:lvl3pPr algn="l">
              <a:defRPr sz="1200" b="1">
                <a:solidFill>
                  <a:srgbClr val="FF8A52"/>
                </a:solidFill>
              </a:defRPr>
            </a:lvl3pPr>
            <a:lvl4pPr algn="l">
              <a:defRPr sz="1200" b="1">
                <a:solidFill>
                  <a:srgbClr val="FF8A52"/>
                </a:solidFill>
              </a:defRPr>
            </a:lvl4pPr>
            <a:lvl5pPr algn="l">
              <a:defRPr sz="1200" b="1">
                <a:solidFill>
                  <a:srgbClr val="FF8A52"/>
                </a:solidFill>
              </a:defRPr>
            </a:lvl5pPr>
            <a:lvl6pPr algn="l">
              <a:defRPr sz="1200" b="1">
                <a:solidFill>
                  <a:srgbClr val="FF8A52"/>
                </a:solidFill>
              </a:defRPr>
            </a:lvl6pPr>
            <a:lvl7pPr algn="l">
              <a:defRPr sz="1200" b="1">
                <a:solidFill>
                  <a:srgbClr val="FF8A52"/>
                </a:solidFill>
              </a:defRPr>
            </a:lvl7pPr>
            <a:lvl8pPr algn="l">
              <a:defRPr sz="1200" b="1">
                <a:solidFill>
                  <a:srgbClr val="FF8A52"/>
                </a:solidFill>
              </a:defRPr>
            </a:lvl8pPr>
            <a:lvl9pPr algn="l">
              <a:defRPr sz="1200" b="1">
                <a:solidFill>
                  <a:srgbClr val="FF8A52"/>
                </a:solidFill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FF8A52"/>
                </a:solidFill>
              </a:defRPr>
            </a:pPr>
            <a:r>
              <a:rPr sz="1200" b="1">
                <a:solidFill>
                  <a:srgbClr val="FF8A52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5F4E8D-7648-48B5-8B4A-CE207831F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66700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FFFFFF"/>
                </a:solidFill>
              </a:defRPr>
            </a:defPPr>
            <a:lvl1pPr algn="l">
              <a:defRPr sz="1500" b="1">
                <a:solidFill>
                  <a:srgbClr val="FFFFFF"/>
                </a:solidFill>
              </a:defRPr>
            </a:lvl1pPr>
            <a:lvl2pPr algn="l">
              <a:defRPr sz="1500" b="1">
                <a:solidFill>
                  <a:srgbClr val="FFFFFF"/>
                </a:solidFill>
              </a:defRPr>
            </a:lvl2pPr>
            <a:lvl3pPr algn="l">
              <a:defRPr sz="1500" b="1">
                <a:solidFill>
                  <a:srgbClr val="FFFFFF"/>
                </a:solidFill>
              </a:defRPr>
            </a:lvl3pPr>
            <a:lvl4pPr algn="l">
              <a:defRPr sz="1500" b="1">
                <a:solidFill>
                  <a:srgbClr val="FFFFFF"/>
                </a:solidFill>
              </a:defRPr>
            </a:lvl4pPr>
            <a:lvl5pPr algn="l">
              <a:defRPr sz="1500" b="1">
                <a:solidFill>
                  <a:srgbClr val="FFFFFF"/>
                </a:solidFill>
              </a:defRPr>
            </a:lvl5pPr>
            <a:lvl6pPr algn="l">
              <a:defRPr sz="1500" b="1">
                <a:solidFill>
                  <a:srgbClr val="FFFFFF"/>
                </a:solidFill>
              </a:defRPr>
            </a:lvl6pPr>
            <a:lvl7pPr algn="l">
              <a:defRPr sz="1500" b="1">
                <a:solidFill>
                  <a:srgbClr val="FFFFFF"/>
                </a:solidFill>
              </a:defRPr>
            </a:lvl7pPr>
            <a:lvl8pPr algn="l">
              <a:defRPr sz="1500" b="1">
                <a:solidFill>
                  <a:srgbClr val="FFFFFF"/>
                </a:solidFill>
              </a:defRPr>
            </a:lvl8pPr>
            <a:lvl9pPr algn="l">
              <a:defRPr sz="15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Operate through outages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187DC6-995C-41C7-A3B7-A5E21583E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486150"/>
            <a:ext cx="428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1">
                <a:solidFill>
                  <a:srgbClr val="FF8A52"/>
                </a:solidFill>
              </a:defRPr>
            </a:defPPr>
            <a:lvl1pPr algn="l">
              <a:defRPr sz="1200" b="1">
                <a:solidFill>
                  <a:srgbClr val="FF8A52"/>
                </a:solidFill>
              </a:defRPr>
            </a:lvl1pPr>
            <a:lvl2pPr algn="l">
              <a:defRPr sz="1200" b="1">
                <a:solidFill>
                  <a:srgbClr val="FF8A52"/>
                </a:solidFill>
              </a:defRPr>
            </a:lvl2pPr>
            <a:lvl3pPr algn="l">
              <a:defRPr sz="1200" b="1">
                <a:solidFill>
                  <a:srgbClr val="FF8A52"/>
                </a:solidFill>
              </a:defRPr>
            </a:lvl3pPr>
            <a:lvl4pPr algn="l">
              <a:defRPr sz="1200" b="1">
                <a:solidFill>
                  <a:srgbClr val="FF8A52"/>
                </a:solidFill>
              </a:defRPr>
            </a:lvl4pPr>
            <a:lvl5pPr algn="l">
              <a:defRPr sz="1200" b="1">
                <a:solidFill>
                  <a:srgbClr val="FF8A52"/>
                </a:solidFill>
              </a:defRPr>
            </a:lvl5pPr>
            <a:lvl6pPr algn="l">
              <a:defRPr sz="1200" b="1">
                <a:solidFill>
                  <a:srgbClr val="FF8A52"/>
                </a:solidFill>
              </a:defRPr>
            </a:lvl6pPr>
            <a:lvl7pPr algn="l">
              <a:defRPr sz="1200" b="1">
                <a:solidFill>
                  <a:srgbClr val="FF8A52"/>
                </a:solidFill>
              </a:defRPr>
            </a:lvl7pPr>
            <a:lvl8pPr algn="l">
              <a:defRPr sz="1200" b="1">
                <a:solidFill>
                  <a:srgbClr val="FF8A52"/>
                </a:solidFill>
              </a:defRPr>
            </a:lvl8pPr>
            <a:lvl9pPr algn="l">
              <a:defRPr sz="1200" b="1">
                <a:solidFill>
                  <a:srgbClr val="FF8A52"/>
                </a:solidFill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FF8A52"/>
                </a:solidFill>
              </a:defRPr>
            </a:pPr>
            <a:r>
              <a:rPr sz="1200" b="1">
                <a:solidFill>
                  <a:srgbClr val="FF8A52"/>
                </a:solidFill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9FC8C5-DA99-4B0E-8958-7365DCDBE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48615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FFFFFF"/>
                </a:solidFill>
              </a:defRPr>
            </a:defPPr>
            <a:lvl1pPr algn="l">
              <a:defRPr sz="1500" b="1">
                <a:solidFill>
                  <a:srgbClr val="FFFFFF"/>
                </a:solidFill>
              </a:defRPr>
            </a:lvl1pPr>
            <a:lvl2pPr algn="l">
              <a:defRPr sz="1500" b="1">
                <a:solidFill>
                  <a:srgbClr val="FFFFFF"/>
                </a:solidFill>
              </a:defRPr>
            </a:lvl2pPr>
            <a:lvl3pPr algn="l">
              <a:defRPr sz="1500" b="1">
                <a:solidFill>
                  <a:srgbClr val="FFFFFF"/>
                </a:solidFill>
              </a:defRPr>
            </a:lvl3pPr>
            <a:lvl4pPr algn="l">
              <a:defRPr sz="1500" b="1">
                <a:solidFill>
                  <a:srgbClr val="FFFFFF"/>
                </a:solidFill>
              </a:defRPr>
            </a:lvl4pPr>
            <a:lvl5pPr algn="l">
              <a:defRPr sz="1500" b="1">
                <a:solidFill>
                  <a:srgbClr val="FFFFFF"/>
                </a:solidFill>
              </a:defRPr>
            </a:lvl5pPr>
            <a:lvl6pPr algn="l">
              <a:defRPr sz="1500" b="1">
                <a:solidFill>
                  <a:srgbClr val="FFFFFF"/>
                </a:solidFill>
              </a:defRPr>
            </a:lvl6pPr>
            <a:lvl7pPr algn="l">
              <a:defRPr sz="1500" b="1">
                <a:solidFill>
                  <a:srgbClr val="FFFFFF"/>
                </a:solidFill>
              </a:defRPr>
            </a:lvl7pPr>
            <a:lvl8pPr algn="l">
              <a:defRPr sz="1500" b="1">
                <a:solidFill>
                  <a:srgbClr val="FFFFFF"/>
                </a:solidFill>
              </a:defRPr>
            </a:lvl8pPr>
            <a:lvl9pPr algn="l">
              <a:defRPr sz="15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Predict tomorrow’s demand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10DE98-A882-49B9-88AC-017296F0C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305300"/>
            <a:ext cx="428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1">
                <a:solidFill>
                  <a:srgbClr val="FF8A52"/>
                </a:solidFill>
              </a:defRPr>
            </a:defPPr>
            <a:lvl1pPr algn="l">
              <a:defRPr sz="1200" b="1">
                <a:solidFill>
                  <a:srgbClr val="FF8A52"/>
                </a:solidFill>
              </a:defRPr>
            </a:lvl1pPr>
            <a:lvl2pPr algn="l">
              <a:defRPr sz="1200" b="1">
                <a:solidFill>
                  <a:srgbClr val="FF8A52"/>
                </a:solidFill>
              </a:defRPr>
            </a:lvl2pPr>
            <a:lvl3pPr algn="l">
              <a:defRPr sz="1200" b="1">
                <a:solidFill>
                  <a:srgbClr val="FF8A52"/>
                </a:solidFill>
              </a:defRPr>
            </a:lvl3pPr>
            <a:lvl4pPr algn="l">
              <a:defRPr sz="1200" b="1">
                <a:solidFill>
                  <a:srgbClr val="FF8A52"/>
                </a:solidFill>
              </a:defRPr>
            </a:lvl4pPr>
            <a:lvl5pPr algn="l">
              <a:defRPr sz="1200" b="1">
                <a:solidFill>
                  <a:srgbClr val="FF8A52"/>
                </a:solidFill>
              </a:defRPr>
            </a:lvl5pPr>
            <a:lvl6pPr algn="l">
              <a:defRPr sz="1200" b="1">
                <a:solidFill>
                  <a:srgbClr val="FF8A52"/>
                </a:solidFill>
              </a:defRPr>
            </a:lvl6pPr>
            <a:lvl7pPr algn="l">
              <a:defRPr sz="1200" b="1">
                <a:solidFill>
                  <a:srgbClr val="FF8A52"/>
                </a:solidFill>
              </a:defRPr>
            </a:lvl7pPr>
            <a:lvl8pPr algn="l">
              <a:defRPr sz="1200" b="1">
                <a:solidFill>
                  <a:srgbClr val="FF8A52"/>
                </a:solidFill>
              </a:defRPr>
            </a:lvl8pPr>
            <a:lvl9pPr algn="l">
              <a:defRPr sz="1200" b="1">
                <a:solidFill>
                  <a:srgbClr val="FF8A52"/>
                </a:solidFill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FF8A52"/>
                </a:solidFill>
              </a:defRPr>
            </a:pPr>
            <a:r>
              <a:rPr sz="1200" b="1">
                <a:solidFill>
                  <a:srgbClr val="FF8A52"/>
                </a:solidFill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252AB7-828D-40AE-B57C-CEFED92E4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0530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FFFFFF"/>
                </a:solidFill>
              </a:defRPr>
            </a:defPPr>
            <a:lvl1pPr algn="l">
              <a:defRPr sz="1500" b="1">
                <a:solidFill>
                  <a:srgbClr val="FFFFFF"/>
                </a:solidFill>
              </a:defRPr>
            </a:lvl1pPr>
            <a:lvl2pPr algn="l">
              <a:defRPr sz="1500" b="1">
                <a:solidFill>
                  <a:srgbClr val="FFFFFF"/>
                </a:solidFill>
              </a:defRPr>
            </a:lvl2pPr>
            <a:lvl3pPr algn="l">
              <a:defRPr sz="1500" b="1">
                <a:solidFill>
                  <a:srgbClr val="FFFFFF"/>
                </a:solidFill>
              </a:defRPr>
            </a:lvl3pPr>
            <a:lvl4pPr algn="l">
              <a:defRPr sz="1500" b="1">
                <a:solidFill>
                  <a:srgbClr val="FFFFFF"/>
                </a:solidFill>
              </a:defRPr>
            </a:lvl4pPr>
            <a:lvl5pPr algn="l">
              <a:defRPr sz="1500" b="1">
                <a:solidFill>
                  <a:srgbClr val="FFFFFF"/>
                </a:solidFill>
              </a:defRPr>
            </a:lvl5pPr>
            <a:lvl6pPr algn="l">
              <a:defRPr sz="1500" b="1">
                <a:solidFill>
                  <a:srgbClr val="FFFFFF"/>
                </a:solidFill>
              </a:defRPr>
            </a:lvl6pPr>
            <a:lvl7pPr algn="l">
              <a:defRPr sz="1500" b="1">
                <a:solidFill>
                  <a:srgbClr val="FFFFFF"/>
                </a:solidFill>
              </a:defRPr>
            </a:lvl7pPr>
            <a:lvl8pPr algn="l">
              <a:defRPr sz="1500" b="1">
                <a:solidFill>
                  <a:srgbClr val="FFFFFF"/>
                </a:solidFill>
              </a:defRPr>
            </a:lvl8pPr>
            <a:lvl9pPr algn="l">
              <a:defRPr sz="15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Manage every outlet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B02C03-F880-4F31-BF96-DD40B9A83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00750"/>
            <a:ext cx="466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AEBBCA"/>
                </a:solidFill>
              </a:defRPr>
            </a:defPPr>
            <a:lvl1pPr algn="l">
              <a:defRPr sz="1050" b="0">
                <a:solidFill>
                  <a:srgbClr val="AEBBCA"/>
                </a:solidFill>
              </a:defRPr>
            </a:lvl1pPr>
            <a:lvl2pPr algn="l">
              <a:defRPr sz="1050" b="0">
                <a:solidFill>
                  <a:srgbClr val="AEBBCA"/>
                </a:solidFill>
              </a:defRPr>
            </a:lvl2pPr>
            <a:lvl3pPr algn="l">
              <a:defRPr sz="1050" b="0">
                <a:solidFill>
                  <a:srgbClr val="AEBBCA"/>
                </a:solidFill>
              </a:defRPr>
            </a:lvl3pPr>
            <a:lvl4pPr algn="l">
              <a:defRPr sz="1050" b="0">
                <a:solidFill>
                  <a:srgbClr val="AEBBCA"/>
                </a:solidFill>
              </a:defRPr>
            </a:lvl4pPr>
            <a:lvl5pPr algn="l">
              <a:defRPr sz="1050" b="0">
                <a:solidFill>
                  <a:srgbClr val="AEBBCA"/>
                </a:solidFill>
              </a:defRPr>
            </a:lvl5pPr>
            <a:lvl6pPr algn="l">
              <a:defRPr sz="1050" b="0">
                <a:solidFill>
                  <a:srgbClr val="AEBBCA"/>
                </a:solidFill>
              </a:defRPr>
            </a:lvl6pPr>
            <a:lvl7pPr algn="l">
              <a:defRPr sz="1050" b="0">
                <a:solidFill>
                  <a:srgbClr val="AEBBCA"/>
                </a:solidFill>
              </a:defRPr>
            </a:lvl7pPr>
            <a:lvl8pPr algn="l">
              <a:defRPr sz="1050" b="0">
                <a:solidFill>
                  <a:srgbClr val="AEBBCA"/>
                </a:solidFill>
              </a:defRPr>
            </a:lvl8pPr>
            <a:lvl9pPr algn="l">
              <a:defRPr sz="1050" b="0">
                <a:solidFill>
                  <a:srgbClr val="AEBBCA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AEBBCA"/>
                </a:solidFill>
              </a:defRPr>
            </a:pPr>
            <a:r>
              <a:rPr sz="1050" b="0">
                <a:solidFill>
                  <a:srgbClr val="AEBBCA"/>
                </a:solidFill>
              </a:rPr>
              <a:t>Business + Technology Overview</a:t>
            </a:r>
          </a:p>
        </p:txBody>
      </p:sp>
    </p:spTree>
    <p:extLst>
      <p:ext uri="{BB962C8B-B14F-4D97-AF65-F5344CB8AC3E}">
        <p14:creationId xmlns:p14="http://schemas.microsoft.com/office/powerpoint/2010/main" val="20252830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314B09-1F0B-47D6-8EBA-F42955C0A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182235"/>
                </a:solidFill>
              </a:defRPr>
            </a:defPPr>
            <a:lvl1pPr algn="l">
              <a:defRPr sz="2550" b="1">
                <a:solidFill>
                  <a:srgbClr val="182235"/>
                </a:solidFill>
              </a:defRPr>
            </a:lvl1pPr>
            <a:lvl2pPr algn="l">
              <a:defRPr sz="2550" b="1">
                <a:solidFill>
                  <a:srgbClr val="182235"/>
                </a:solidFill>
              </a:defRPr>
            </a:lvl2pPr>
            <a:lvl3pPr algn="l">
              <a:defRPr sz="2550" b="1">
                <a:solidFill>
                  <a:srgbClr val="182235"/>
                </a:solidFill>
              </a:defRPr>
            </a:lvl3pPr>
            <a:lvl4pPr algn="l">
              <a:defRPr sz="2550" b="1">
                <a:solidFill>
                  <a:srgbClr val="182235"/>
                </a:solidFill>
              </a:defRPr>
            </a:lvl4pPr>
            <a:lvl5pPr algn="l">
              <a:defRPr sz="2550" b="1">
                <a:solidFill>
                  <a:srgbClr val="182235"/>
                </a:solidFill>
              </a:defRPr>
            </a:lvl5pPr>
            <a:lvl6pPr algn="l">
              <a:defRPr sz="2550" b="1">
                <a:solidFill>
                  <a:srgbClr val="182235"/>
                </a:solidFill>
              </a:defRPr>
            </a:lvl6pPr>
            <a:lvl7pPr algn="l">
              <a:defRPr sz="2550" b="1">
                <a:solidFill>
                  <a:srgbClr val="182235"/>
                </a:solidFill>
              </a:defRPr>
            </a:lvl7pPr>
            <a:lvl8pPr algn="l">
              <a:defRPr sz="2550" b="1">
                <a:solidFill>
                  <a:srgbClr val="182235"/>
                </a:solidFill>
              </a:defRPr>
            </a:lvl8pPr>
            <a:lvl9pPr algn="l">
              <a:defRPr sz="2550" b="1">
                <a:solidFill>
                  <a:srgbClr val="182235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82235"/>
                </a:solidFill>
              </a:defRPr>
            </a:pPr>
            <a:r>
              <a:rPr sz="2550" b="1">
                <a:solidFill>
                  <a:srgbClr val="182235"/>
                </a:solidFill>
              </a:rPr>
              <a:t>Campus canteens lose time and food every day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77AE13-6421-4711-80D6-57068CCC6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42975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5D6A7C"/>
                </a:solidFill>
              </a:defRPr>
            </a:defPPr>
            <a:lvl1pPr algn="l">
              <a:defRPr sz="1275" b="0">
                <a:solidFill>
                  <a:srgbClr val="5D6A7C"/>
                </a:solidFill>
              </a:defRPr>
            </a:lvl1pPr>
            <a:lvl2pPr algn="l">
              <a:defRPr sz="1275" b="0">
                <a:solidFill>
                  <a:srgbClr val="5D6A7C"/>
                </a:solidFill>
              </a:defRPr>
            </a:lvl2pPr>
            <a:lvl3pPr algn="l">
              <a:defRPr sz="1275" b="0">
                <a:solidFill>
                  <a:srgbClr val="5D6A7C"/>
                </a:solidFill>
              </a:defRPr>
            </a:lvl3pPr>
            <a:lvl4pPr algn="l">
              <a:defRPr sz="1275" b="0">
                <a:solidFill>
                  <a:srgbClr val="5D6A7C"/>
                </a:solidFill>
              </a:defRPr>
            </a:lvl4pPr>
            <a:lvl5pPr algn="l">
              <a:defRPr sz="1275" b="0">
                <a:solidFill>
                  <a:srgbClr val="5D6A7C"/>
                </a:solidFill>
              </a:defRPr>
            </a:lvl5pPr>
            <a:lvl6pPr algn="l">
              <a:defRPr sz="1275" b="0">
                <a:solidFill>
                  <a:srgbClr val="5D6A7C"/>
                </a:solidFill>
              </a:defRPr>
            </a:lvl6pPr>
            <a:lvl7pPr algn="l">
              <a:defRPr sz="1275" b="0">
                <a:solidFill>
                  <a:srgbClr val="5D6A7C"/>
                </a:solidFill>
              </a:defRPr>
            </a:lvl7pPr>
            <a:lvl8pPr algn="l">
              <a:defRPr sz="1275" b="0">
                <a:solidFill>
                  <a:srgbClr val="5D6A7C"/>
                </a:solidFill>
              </a:defRPr>
            </a:lvl8pPr>
            <a:lvl9pPr algn="l">
              <a:defRPr sz="1275" b="0">
                <a:solidFill>
                  <a:srgbClr val="5D6A7C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D6A7C"/>
                </a:solidFill>
              </a:defRPr>
            </a:pPr>
            <a:r>
              <a:rPr sz="1275" b="0">
                <a:solidFill>
                  <a:srgbClr val="5D6A7C"/>
                </a:solidFill>
              </a:rPr>
              <a:t>The rush is predictable, but most operations still run on disconnected tools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9AA6D5-C6BF-423F-BEC8-CEB3A676E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76250"/>
            <a:ext cx="81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75" b="1">
                <a:solidFill>
                  <a:srgbClr val="F2542D"/>
                </a:solidFill>
              </a:defRPr>
            </a:defPPr>
            <a:lvl1pPr algn="r">
              <a:defRPr sz="975" b="1">
                <a:solidFill>
                  <a:srgbClr val="F2542D"/>
                </a:solidFill>
              </a:defRPr>
            </a:lvl1pPr>
            <a:lvl2pPr algn="r">
              <a:defRPr sz="975" b="1">
                <a:solidFill>
                  <a:srgbClr val="F2542D"/>
                </a:solidFill>
              </a:defRPr>
            </a:lvl2pPr>
            <a:lvl3pPr algn="r">
              <a:defRPr sz="975" b="1">
                <a:solidFill>
                  <a:srgbClr val="F2542D"/>
                </a:solidFill>
              </a:defRPr>
            </a:lvl3pPr>
            <a:lvl4pPr algn="r">
              <a:defRPr sz="975" b="1">
                <a:solidFill>
                  <a:srgbClr val="F2542D"/>
                </a:solidFill>
              </a:defRPr>
            </a:lvl4pPr>
            <a:lvl5pPr algn="r">
              <a:defRPr sz="975" b="1">
                <a:solidFill>
                  <a:srgbClr val="F2542D"/>
                </a:solidFill>
              </a:defRPr>
            </a:lvl5pPr>
            <a:lvl6pPr algn="r">
              <a:defRPr sz="975" b="1">
                <a:solidFill>
                  <a:srgbClr val="F2542D"/>
                </a:solidFill>
              </a:defRPr>
            </a:lvl6pPr>
            <a:lvl7pPr algn="r">
              <a:defRPr sz="975" b="1">
                <a:solidFill>
                  <a:srgbClr val="F2542D"/>
                </a:solidFill>
              </a:defRPr>
            </a:lvl7pPr>
            <a:lvl8pPr algn="r">
              <a:defRPr sz="975" b="1">
                <a:solidFill>
                  <a:srgbClr val="F2542D"/>
                </a:solidFill>
              </a:defRPr>
            </a:lvl8pPr>
            <a:lvl9pPr algn="r">
              <a:defRPr sz="975" b="1">
                <a:solidFill>
                  <a:srgbClr val="F2542D"/>
                </a:solidFill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F2542D"/>
                </a:solidFill>
              </a:defRPr>
            </a:pPr>
            <a:r>
              <a:rPr sz="975" b="1">
                <a:solidFill>
                  <a:srgbClr val="F2542D"/>
                </a:solidFill>
              </a:rPr>
              <a:t>MEALY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C9E879-D59C-4692-B144-815BE2716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3028950" cy="3143250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E4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CD478F-B63C-4B9D-8CE0-95CBA9BBF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193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F2542D"/>
                </a:solidFill>
              </a:defRPr>
            </a:defPPr>
            <a:lvl1pPr algn="l">
              <a:defRPr sz="900" b="1">
                <a:solidFill>
                  <a:srgbClr val="F2542D"/>
                </a:solidFill>
              </a:defRPr>
            </a:lvl1pPr>
            <a:lvl2pPr algn="l">
              <a:defRPr sz="900" b="1">
                <a:solidFill>
                  <a:srgbClr val="F2542D"/>
                </a:solidFill>
              </a:defRPr>
            </a:lvl2pPr>
            <a:lvl3pPr algn="l">
              <a:defRPr sz="900" b="1">
                <a:solidFill>
                  <a:srgbClr val="F2542D"/>
                </a:solidFill>
              </a:defRPr>
            </a:lvl3pPr>
            <a:lvl4pPr algn="l">
              <a:defRPr sz="900" b="1">
                <a:solidFill>
                  <a:srgbClr val="F2542D"/>
                </a:solidFill>
              </a:defRPr>
            </a:lvl4pPr>
            <a:lvl5pPr algn="l">
              <a:defRPr sz="900" b="1">
                <a:solidFill>
                  <a:srgbClr val="F2542D"/>
                </a:solidFill>
              </a:defRPr>
            </a:lvl5pPr>
            <a:lvl6pPr algn="l">
              <a:defRPr sz="900" b="1">
                <a:solidFill>
                  <a:srgbClr val="F2542D"/>
                </a:solidFill>
              </a:defRPr>
            </a:lvl6pPr>
            <a:lvl7pPr algn="l">
              <a:defRPr sz="900" b="1">
                <a:solidFill>
                  <a:srgbClr val="F2542D"/>
                </a:solidFill>
              </a:defRPr>
            </a:lvl7pPr>
            <a:lvl8pPr algn="l">
              <a:defRPr sz="900" b="1">
                <a:solidFill>
                  <a:srgbClr val="F2542D"/>
                </a:solidFill>
              </a:defRPr>
            </a:lvl8pPr>
            <a:lvl9pPr algn="l">
              <a:defRPr sz="900" b="1">
                <a:solidFill>
                  <a:srgbClr val="F2542D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F2542D"/>
                </a:solidFill>
              </a:defRPr>
            </a:pPr>
            <a:r>
              <a:rPr sz="900" b="1">
                <a:solidFill>
                  <a:srgbClr val="F2542D"/>
                </a:solidFill>
              </a:rPr>
              <a:t>LUNCH RUSH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C59595-B857-4FD9-9F2E-03194FA03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00300"/>
            <a:ext cx="247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150" b="1">
                <a:solidFill>
                  <a:srgbClr val="F2542D"/>
                </a:solidFill>
              </a:defRPr>
            </a:defPPr>
            <a:lvl1pPr algn="l">
              <a:defRPr sz="3150" b="1">
                <a:solidFill>
                  <a:srgbClr val="F2542D"/>
                </a:solidFill>
              </a:defRPr>
            </a:lvl1pPr>
            <a:lvl2pPr algn="l">
              <a:defRPr sz="3150" b="1">
                <a:solidFill>
                  <a:srgbClr val="F2542D"/>
                </a:solidFill>
              </a:defRPr>
            </a:lvl2pPr>
            <a:lvl3pPr algn="l">
              <a:defRPr sz="3150" b="1">
                <a:solidFill>
                  <a:srgbClr val="F2542D"/>
                </a:solidFill>
              </a:defRPr>
            </a:lvl3pPr>
            <a:lvl4pPr algn="l">
              <a:defRPr sz="3150" b="1">
                <a:solidFill>
                  <a:srgbClr val="F2542D"/>
                </a:solidFill>
              </a:defRPr>
            </a:lvl4pPr>
            <a:lvl5pPr algn="l">
              <a:defRPr sz="3150" b="1">
                <a:solidFill>
                  <a:srgbClr val="F2542D"/>
                </a:solidFill>
              </a:defRPr>
            </a:lvl5pPr>
            <a:lvl6pPr algn="l">
              <a:defRPr sz="3150" b="1">
                <a:solidFill>
                  <a:srgbClr val="F2542D"/>
                </a:solidFill>
              </a:defRPr>
            </a:lvl6pPr>
            <a:lvl7pPr algn="l">
              <a:defRPr sz="3150" b="1">
                <a:solidFill>
                  <a:srgbClr val="F2542D"/>
                </a:solidFill>
              </a:defRPr>
            </a:lvl7pPr>
            <a:lvl8pPr algn="l">
              <a:defRPr sz="3150" b="1">
                <a:solidFill>
                  <a:srgbClr val="F2542D"/>
                </a:solidFill>
              </a:defRPr>
            </a:lvl8pPr>
            <a:lvl9pPr algn="l">
              <a:defRPr sz="3150" b="1">
                <a:solidFill>
                  <a:srgbClr val="F2542D"/>
                </a:solidFill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F2542D"/>
                </a:solidFill>
              </a:defRPr>
            </a:pPr>
            <a:r>
              <a:rPr sz="3150" b="1">
                <a:solidFill>
                  <a:srgbClr val="F2542D"/>
                </a:solidFill>
              </a:rPr>
              <a:t>15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89EFD9-7D0F-4EAD-87C5-DE33C97AC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09925"/>
            <a:ext cx="25146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5D6A7C"/>
                </a:solidFill>
              </a:defRPr>
            </a:defPPr>
            <a:lvl1pPr algn="l">
              <a:defRPr sz="1275" b="0">
                <a:solidFill>
                  <a:srgbClr val="5D6A7C"/>
                </a:solidFill>
              </a:defRPr>
            </a:lvl1pPr>
            <a:lvl2pPr algn="l">
              <a:defRPr sz="1275" b="0">
                <a:solidFill>
                  <a:srgbClr val="5D6A7C"/>
                </a:solidFill>
              </a:defRPr>
            </a:lvl2pPr>
            <a:lvl3pPr algn="l">
              <a:defRPr sz="1275" b="0">
                <a:solidFill>
                  <a:srgbClr val="5D6A7C"/>
                </a:solidFill>
              </a:defRPr>
            </a:lvl3pPr>
            <a:lvl4pPr algn="l">
              <a:defRPr sz="1275" b="0">
                <a:solidFill>
                  <a:srgbClr val="5D6A7C"/>
                </a:solidFill>
              </a:defRPr>
            </a:lvl4pPr>
            <a:lvl5pPr algn="l">
              <a:defRPr sz="1275" b="0">
                <a:solidFill>
                  <a:srgbClr val="5D6A7C"/>
                </a:solidFill>
              </a:defRPr>
            </a:lvl5pPr>
            <a:lvl6pPr algn="l">
              <a:defRPr sz="1275" b="0">
                <a:solidFill>
                  <a:srgbClr val="5D6A7C"/>
                </a:solidFill>
              </a:defRPr>
            </a:lvl6pPr>
            <a:lvl7pPr algn="l">
              <a:defRPr sz="1275" b="0">
                <a:solidFill>
                  <a:srgbClr val="5D6A7C"/>
                </a:solidFill>
              </a:defRPr>
            </a:lvl7pPr>
            <a:lvl8pPr algn="l">
              <a:defRPr sz="1275" b="0">
                <a:solidFill>
                  <a:srgbClr val="5D6A7C"/>
                </a:solidFill>
              </a:defRPr>
            </a:lvl8pPr>
            <a:lvl9pPr algn="l">
              <a:defRPr sz="1275" b="0">
                <a:solidFill>
                  <a:srgbClr val="5D6A7C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D6A7C"/>
                </a:solidFill>
              </a:defRPr>
            </a:pPr>
            <a:r>
              <a:rPr sz="1275" b="0">
                <a:solidFill>
                  <a:srgbClr val="5D6A7C"/>
                </a:solidFill>
              </a:rPr>
              <a:t>Students crowd the counter between lectures. Manual ordering makes the same queue repeat every day.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0F699A-852F-430B-A685-525E14797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733550"/>
            <a:ext cx="3028950" cy="3143250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E4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8F7E1C-C951-43D9-A698-5C7535947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0193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F2542D"/>
                </a:solidFill>
              </a:defRPr>
            </a:defPPr>
            <a:lvl1pPr algn="l">
              <a:defRPr sz="900" b="1">
                <a:solidFill>
                  <a:srgbClr val="F2542D"/>
                </a:solidFill>
              </a:defRPr>
            </a:lvl1pPr>
            <a:lvl2pPr algn="l">
              <a:defRPr sz="900" b="1">
                <a:solidFill>
                  <a:srgbClr val="F2542D"/>
                </a:solidFill>
              </a:defRPr>
            </a:lvl2pPr>
            <a:lvl3pPr algn="l">
              <a:defRPr sz="900" b="1">
                <a:solidFill>
                  <a:srgbClr val="F2542D"/>
                </a:solidFill>
              </a:defRPr>
            </a:lvl3pPr>
            <a:lvl4pPr algn="l">
              <a:defRPr sz="900" b="1">
                <a:solidFill>
                  <a:srgbClr val="F2542D"/>
                </a:solidFill>
              </a:defRPr>
            </a:lvl4pPr>
            <a:lvl5pPr algn="l">
              <a:defRPr sz="900" b="1">
                <a:solidFill>
                  <a:srgbClr val="F2542D"/>
                </a:solidFill>
              </a:defRPr>
            </a:lvl5pPr>
            <a:lvl6pPr algn="l">
              <a:defRPr sz="900" b="1">
                <a:solidFill>
                  <a:srgbClr val="F2542D"/>
                </a:solidFill>
              </a:defRPr>
            </a:lvl6pPr>
            <a:lvl7pPr algn="l">
              <a:defRPr sz="900" b="1">
                <a:solidFill>
                  <a:srgbClr val="F2542D"/>
                </a:solidFill>
              </a:defRPr>
            </a:lvl7pPr>
            <a:lvl8pPr algn="l">
              <a:defRPr sz="900" b="1">
                <a:solidFill>
                  <a:srgbClr val="F2542D"/>
                </a:solidFill>
              </a:defRPr>
            </a:lvl8pPr>
            <a:lvl9pPr algn="l">
              <a:defRPr sz="900" b="1">
                <a:solidFill>
                  <a:srgbClr val="F2542D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F2542D"/>
                </a:solidFill>
              </a:defRPr>
            </a:pPr>
            <a:r>
              <a:rPr sz="900" b="1">
                <a:solidFill>
                  <a:srgbClr val="F2542D"/>
                </a:solidFill>
              </a:rPr>
              <a:t>SHARED ORDER STATE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CDE342-7CFA-4785-8CEC-1F8262C6F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400300"/>
            <a:ext cx="247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150" b="1">
                <a:solidFill>
                  <a:srgbClr val="21324B"/>
                </a:solidFill>
              </a:defRPr>
            </a:defPPr>
            <a:lvl1pPr algn="l">
              <a:defRPr sz="3150" b="1">
                <a:solidFill>
                  <a:srgbClr val="21324B"/>
                </a:solidFill>
              </a:defRPr>
            </a:lvl1pPr>
            <a:lvl2pPr algn="l">
              <a:defRPr sz="3150" b="1">
                <a:solidFill>
                  <a:srgbClr val="21324B"/>
                </a:solidFill>
              </a:defRPr>
            </a:lvl2pPr>
            <a:lvl3pPr algn="l">
              <a:defRPr sz="3150" b="1">
                <a:solidFill>
                  <a:srgbClr val="21324B"/>
                </a:solidFill>
              </a:defRPr>
            </a:lvl3pPr>
            <a:lvl4pPr algn="l">
              <a:defRPr sz="3150" b="1">
                <a:solidFill>
                  <a:srgbClr val="21324B"/>
                </a:solidFill>
              </a:defRPr>
            </a:lvl4pPr>
            <a:lvl5pPr algn="l">
              <a:defRPr sz="3150" b="1">
                <a:solidFill>
                  <a:srgbClr val="21324B"/>
                </a:solidFill>
              </a:defRPr>
            </a:lvl5pPr>
            <a:lvl6pPr algn="l">
              <a:defRPr sz="3150" b="1">
                <a:solidFill>
                  <a:srgbClr val="21324B"/>
                </a:solidFill>
              </a:defRPr>
            </a:lvl6pPr>
            <a:lvl7pPr algn="l">
              <a:defRPr sz="3150" b="1">
                <a:solidFill>
                  <a:srgbClr val="21324B"/>
                </a:solidFill>
              </a:defRPr>
            </a:lvl7pPr>
            <a:lvl8pPr algn="l">
              <a:defRPr sz="3150" b="1">
                <a:solidFill>
                  <a:srgbClr val="21324B"/>
                </a:solidFill>
              </a:defRPr>
            </a:lvl8pPr>
            <a:lvl9pPr algn="l">
              <a:defRPr sz="3150" b="1">
                <a:solidFill>
                  <a:srgbClr val="21324B"/>
                </a:solidFill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21324B"/>
                </a:solidFill>
              </a:defRPr>
            </a:pPr>
            <a:r>
              <a:rPr sz="3150" b="1">
                <a:solidFill>
                  <a:srgbClr val="21324B"/>
                </a:solidFill>
              </a:rPr>
              <a:t>Zero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6CD2E5-38BF-4DEF-A081-90E6C1751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209925"/>
            <a:ext cx="25146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5D6A7C"/>
                </a:solidFill>
              </a:defRPr>
            </a:defPPr>
            <a:lvl1pPr algn="l">
              <a:defRPr sz="1275" b="0">
                <a:solidFill>
                  <a:srgbClr val="5D6A7C"/>
                </a:solidFill>
              </a:defRPr>
            </a:lvl1pPr>
            <a:lvl2pPr algn="l">
              <a:defRPr sz="1275" b="0">
                <a:solidFill>
                  <a:srgbClr val="5D6A7C"/>
                </a:solidFill>
              </a:defRPr>
            </a:lvl2pPr>
            <a:lvl3pPr algn="l">
              <a:defRPr sz="1275" b="0">
                <a:solidFill>
                  <a:srgbClr val="5D6A7C"/>
                </a:solidFill>
              </a:defRPr>
            </a:lvl3pPr>
            <a:lvl4pPr algn="l">
              <a:defRPr sz="1275" b="0">
                <a:solidFill>
                  <a:srgbClr val="5D6A7C"/>
                </a:solidFill>
              </a:defRPr>
            </a:lvl4pPr>
            <a:lvl5pPr algn="l">
              <a:defRPr sz="1275" b="0">
                <a:solidFill>
                  <a:srgbClr val="5D6A7C"/>
                </a:solidFill>
              </a:defRPr>
            </a:lvl5pPr>
            <a:lvl6pPr algn="l">
              <a:defRPr sz="1275" b="0">
                <a:solidFill>
                  <a:srgbClr val="5D6A7C"/>
                </a:solidFill>
              </a:defRPr>
            </a:lvl6pPr>
            <a:lvl7pPr algn="l">
              <a:defRPr sz="1275" b="0">
                <a:solidFill>
                  <a:srgbClr val="5D6A7C"/>
                </a:solidFill>
              </a:defRPr>
            </a:lvl7pPr>
            <a:lvl8pPr algn="l">
              <a:defRPr sz="1275" b="0">
                <a:solidFill>
                  <a:srgbClr val="5D6A7C"/>
                </a:solidFill>
              </a:defRPr>
            </a:lvl8pPr>
            <a:lvl9pPr algn="l">
              <a:defRPr sz="1275" b="0">
                <a:solidFill>
                  <a:srgbClr val="5D6A7C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D6A7C"/>
                </a:solidFill>
              </a:defRPr>
            </a:pPr>
            <a:r>
              <a:rPr sz="1275" b="0">
                <a:solidFill>
                  <a:srgbClr val="5D6A7C"/>
                </a:solidFill>
              </a:rPr>
              <a:t>Student orders, counter bills and kitchen tickets often live in separate systems or paper slips.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34D32B-BEF0-41CE-8BF5-3767FF72C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733550"/>
            <a:ext cx="3028950" cy="3143250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E4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2BDC73-A3D4-4C16-AC16-9FE18F89B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0193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F2542D"/>
                </a:solidFill>
              </a:defRPr>
            </a:defPPr>
            <a:lvl1pPr algn="l">
              <a:defRPr sz="900" b="1">
                <a:solidFill>
                  <a:srgbClr val="F2542D"/>
                </a:solidFill>
              </a:defRPr>
            </a:lvl1pPr>
            <a:lvl2pPr algn="l">
              <a:defRPr sz="900" b="1">
                <a:solidFill>
                  <a:srgbClr val="F2542D"/>
                </a:solidFill>
              </a:defRPr>
            </a:lvl2pPr>
            <a:lvl3pPr algn="l">
              <a:defRPr sz="900" b="1">
                <a:solidFill>
                  <a:srgbClr val="F2542D"/>
                </a:solidFill>
              </a:defRPr>
            </a:lvl3pPr>
            <a:lvl4pPr algn="l">
              <a:defRPr sz="900" b="1">
                <a:solidFill>
                  <a:srgbClr val="F2542D"/>
                </a:solidFill>
              </a:defRPr>
            </a:lvl4pPr>
            <a:lvl5pPr algn="l">
              <a:defRPr sz="900" b="1">
                <a:solidFill>
                  <a:srgbClr val="F2542D"/>
                </a:solidFill>
              </a:defRPr>
            </a:lvl5pPr>
            <a:lvl6pPr algn="l">
              <a:defRPr sz="900" b="1">
                <a:solidFill>
                  <a:srgbClr val="F2542D"/>
                </a:solidFill>
              </a:defRPr>
            </a:lvl6pPr>
            <a:lvl7pPr algn="l">
              <a:defRPr sz="900" b="1">
                <a:solidFill>
                  <a:srgbClr val="F2542D"/>
                </a:solidFill>
              </a:defRPr>
            </a:lvl7pPr>
            <a:lvl8pPr algn="l">
              <a:defRPr sz="900" b="1">
                <a:solidFill>
                  <a:srgbClr val="F2542D"/>
                </a:solidFill>
              </a:defRPr>
            </a:lvl8pPr>
            <a:lvl9pPr algn="l">
              <a:defRPr sz="900" b="1">
                <a:solidFill>
                  <a:srgbClr val="F2542D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F2542D"/>
                </a:solidFill>
              </a:defRPr>
            </a:pPr>
            <a:r>
              <a:rPr sz="900" b="1">
                <a:solidFill>
                  <a:srgbClr val="F2542D"/>
                </a:solidFill>
              </a:rPr>
              <a:t>PRODUCTION GUESSWORK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F67D45-8DEE-4CCE-A022-94869013F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400300"/>
            <a:ext cx="247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150" b="1">
                <a:solidFill>
                  <a:srgbClr val="F2542D"/>
                </a:solidFill>
              </a:defRPr>
            </a:defPPr>
            <a:lvl1pPr algn="l">
              <a:defRPr sz="3150" b="1">
                <a:solidFill>
                  <a:srgbClr val="F2542D"/>
                </a:solidFill>
              </a:defRPr>
            </a:lvl1pPr>
            <a:lvl2pPr algn="l">
              <a:defRPr sz="3150" b="1">
                <a:solidFill>
                  <a:srgbClr val="F2542D"/>
                </a:solidFill>
              </a:defRPr>
            </a:lvl2pPr>
            <a:lvl3pPr algn="l">
              <a:defRPr sz="3150" b="1">
                <a:solidFill>
                  <a:srgbClr val="F2542D"/>
                </a:solidFill>
              </a:defRPr>
            </a:lvl3pPr>
            <a:lvl4pPr algn="l">
              <a:defRPr sz="3150" b="1">
                <a:solidFill>
                  <a:srgbClr val="F2542D"/>
                </a:solidFill>
              </a:defRPr>
            </a:lvl4pPr>
            <a:lvl5pPr algn="l">
              <a:defRPr sz="3150" b="1">
                <a:solidFill>
                  <a:srgbClr val="F2542D"/>
                </a:solidFill>
              </a:defRPr>
            </a:lvl5pPr>
            <a:lvl6pPr algn="l">
              <a:defRPr sz="3150" b="1">
                <a:solidFill>
                  <a:srgbClr val="F2542D"/>
                </a:solidFill>
              </a:defRPr>
            </a:lvl6pPr>
            <a:lvl7pPr algn="l">
              <a:defRPr sz="3150" b="1">
                <a:solidFill>
                  <a:srgbClr val="F2542D"/>
                </a:solidFill>
              </a:defRPr>
            </a:lvl7pPr>
            <a:lvl8pPr algn="l">
              <a:defRPr sz="3150" b="1">
                <a:solidFill>
                  <a:srgbClr val="F2542D"/>
                </a:solidFill>
              </a:defRPr>
            </a:lvl8pPr>
            <a:lvl9pPr algn="l">
              <a:defRPr sz="3150" b="1">
                <a:solidFill>
                  <a:srgbClr val="F2542D"/>
                </a:solidFill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F2542D"/>
                </a:solidFill>
              </a:defRPr>
            </a:pPr>
            <a:r>
              <a:rPr sz="3150" b="1">
                <a:solidFill>
                  <a:srgbClr val="F2542D"/>
                </a:solidFill>
              </a:rPr>
              <a:t>Daily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EA3C46-E8D5-41B2-91F5-966282BFC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209925"/>
            <a:ext cx="25146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5D6A7C"/>
                </a:solidFill>
              </a:defRPr>
            </a:defPPr>
            <a:lvl1pPr algn="l">
              <a:defRPr sz="1275" b="0">
                <a:solidFill>
                  <a:srgbClr val="5D6A7C"/>
                </a:solidFill>
              </a:defRPr>
            </a:lvl1pPr>
            <a:lvl2pPr algn="l">
              <a:defRPr sz="1275" b="0">
                <a:solidFill>
                  <a:srgbClr val="5D6A7C"/>
                </a:solidFill>
              </a:defRPr>
            </a:lvl2pPr>
            <a:lvl3pPr algn="l">
              <a:defRPr sz="1275" b="0">
                <a:solidFill>
                  <a:srgbClr val="5D6A7C"/>
                </a:solidFill>
              </a:defRPr>
            </a:lvl3pPr>
            <a:lvl4pPr algn="l">
              <a:defRPr sz="1275" b="0">
                <a:solidFill>
                  <a:srgbClr val="5D6A7C"/>
                </a:solidFill>
              </a:defRPr>
            </a:lvl4pPr>
            <a:lvl5pPr algn="l">
              <a:defRPr sz="1275" b="0">
                <a:solidFill>
                  <a:srgbClr val="5D6A7C"/>
                </a:solidFill>
              </a:defRPr>
            </a:lvl5pPr>
            <a:lvl6pPr algn="l">
              <a:defRPr sz="1275" b="0">
                <a:solidFill>
                  <a:srgbClr val="5D6A7C"/>
                </a:solidFill>
              </a:defRPr>
            </a:lvl6pPr>
            <a:lvl7pPr algn="l">
              <a:defRPr sz="1275" b="0">
                <a:solidFill>
                  <a:srgbClr val="5D6A7C"/>
                </a:solidFill>
              </a:defRPr>
            </a:lvl7pPr>
            <a:lvl8pPr algn="l">
              <a:defRPr sz="1275" b="0">
                <a:solidFill>
                  <a:srgbClr val="5D6A7C"/>
                </a:solidFill>
              </a:defRPr>
            </a:lvl8pPr>
            <a:lvl9pPr algn="l">
              <a:defRPr sz="1275" b="0">
                <a:solidFill>
                  <a:srgbClr val="5D6A7C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D6A7C"/>
                </a:solidFill>
              </a:defRPr>
            </a:pPr>
            <a:r>
              <a:rPr sz="1275" b="0">
                <a:solidFill>
                  <a:srgbClr val="5D6A7C"/>
                </a:solidFill>
              </a:rPr>
              <a:t>Popular dishes sell out while other food becomes leftover stock at closing.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7D1C4F-43F9-4D0F-8374-7950D443E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95900"/>
            <a:ext cx="101346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182235"/>
                </a:solidFill>
              </a:defRPr>
            </a:defPPr>
            <a:lvl1pPr algn="l">
              <a:defRPr sz="1800" b="1">
                <a:solidFill>
                  <a:srgbClr val="182235"/>
                </a:solidFill>
              </a:defRPr>
            </a:lvl1pPr>
            <a:lvl2pPr algn="l">
              <a:defRPr sz="1800" b="1">
                <a:solidFill>
                  <a:srgbClr val="182235"/>
                </a:solidFill>
              </a:defRPr>
            </a:lvl2pPr>
            <a:lvl3pPr algn="l">
              <a:defRPr sz="1800" b="1">
                <a:solidFill>
                  <a:srgbClr val="182235"/>
                </a:solidFill>
              </a:defRPr>
            </a:lvl3pPr>
            <a:lvl4pPr algn="l">
              <a:defRPr sz="1800" b="1">
                <a:solidFill>
                  <a:srgbClr val="182235"/>
                </a:solidFill>
              </a:defRPr>
            </a:lvl4pPr>
            <a:lvl5pPr algn="l">
              <a:defRPr sz="1800" b="1">
                <a:solidFill>
                  <a:srgbClr val="182235"/>
                </a:solidFill>
              </a:defRPr>
            </a:lvl5pPr>
            <a:lvl6pPr algn="l">
              <a:defRPr sz="1800" b="1">
                <a:solidFill>
                  <a:srgbClr val="182235"/>
                </a:solidFill>
              </a:defRPr>
            </a:lvl6pPr>
            <a:lvl7pPr algn="l">
              <a:defRPr sz="1800" b="1">
                <a:solidFill>
                  <a:srgbClr val="182235"/>
                </a:solidFill>
              </a:defRPr>
            </a:lvl7pPr>
            <a:lvl8pPr algn="l">
              <a:defRPr sz="1800" b="1">
                <a:solidFill>
                  <a:srgbClr val="182235"/>
                </a:solidFill>
              </a:defRPr>
            </a:lvl8pPr>
            <a:lvl9pPr algn="l">
              <a:defRPr sz="1800" b="1">
                <a:solidFill>
                  <a:srgbClr val="182235"/>
                </a:solidFill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82235"/>
                </a:solidFill>
              </a:defRPr>
            </a:pPr>
            <a:r>
              <a:rPr sz="1800" b="1">
                <a:solidFill>
                  <a:srgbClr val="182235"/>
                </a:solidFill>
              </a:rPr>
              <a:t>Mealy creates one operational record from order placement to collection, even when the internet fails.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CF563F-7F55-44F6-A8A1-BB5D27FF3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>
                <a:solidFill>
                  <a:srgbClr val="95A0AF"/>
                </a:solidFill>
              </a:defRPr>
            </a:defPPr>
            <a:lvl1pPr algn="r">
              <a:defRPr sz="825" b="1">
                <a:solidFill>
                  <a:srgbClr val="95A0AF"/>
                </a:solidFill>
              </a:defRPr>
            </a:lvl1pPr>
            <a:lvl2pPr algn="r">
              <a:defRPr sz="825" b="1">
                <a:solidFill>
                  <a:srgbClr val="95A0AF"/>
                </a:solidFill>
              </a:defRPr>
            </a:lvl2pPr>
            <a:lvl3pPr algn="r">
              <a:defRPr sz="825" b="1">
                <a:solidFill>
                  <a:srgbClr val="95A0AF"/>
                </a:solidFill>
              </a:defRPr>
            </a:lvl3pPr>
            <a:lvl4pPr algn="r">
              <a:defRPr sz="825" b="1">
                <a:solidFill>
                  <a:srgbClr val="95A0AF"/>
                </a:solidFill>
              </a:defRPr>
            </a:lvl4pPr>
            <a:lvl5pPr algn="r">
              <a:defRPr sz="825" b="1">
                <a:solidFill>
                  <a:srgbClr val="95A0AF"/>
                </a:solidFill>
              </a:defRPr>
            </a:lvl5pPr>
            <a:lvl6pPr algn="r">
              <a:defRPr sz="825" b="1">
                <a:solidFill>
                  <a:srgbClr val="95A0AF"/>
                </a:solidFill>
              </a:defRPr>
            </a:lvl6pPr>
            <a:lvl7pPr algn="r">
              <a:defRPr sz="825" b="1">
                <a:solidFill>
                  <a:srgbClr val="95A0AF"/>
                </a:solidFill>
              </a:defRPr>
            </a:lvl7pPr>
            <a:lvl8pPr algn="r">
              <a:defRPr sz="825" b="1">
                <a:solidFill>
                  <a:srgbClr val="95A0AF"/>
                </a:solidFill>
              </a:defRPr>
            </a:lvl8pPr>
            <a:lvl9pPr algn="r">
              <a:defRPr sz="825" b="1">
                <a:solidFill>
                  <a:srgbClr val="95A0AF"/>
                </a:solidFill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95A0AF"/>
                </a:solidFill>
              </a:defRPr>
            </a:pPr>
            <a:r>
              <a:rPr sz="825" b="1">
                <a:solidFill>
                  <a:srgbClr val="95A0AF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80423216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24582C-7D77-4B33-961D-61B08AFE5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182235"/>
                </a:solidFill>
              </a:defRPr>
            </a:defPPr>
            <a:lvl1pPr algn="l">
              <a:defRPr sz="2550" b="1">
                <a:solidFill>
                  <a:srgbClr val="182235"/>
                </a:solidFill>
              </a:defRPr>
            </a:lvl1pPr>
            <a:lvl2pPr algn="l">
              <a:defRPr sz="2550" b="1">
                <a:solidFill>
                  <a:srgbClr val="182235"/>
                </a:solidFill>
              </a:defRPr>
            </a:lvl2pPr>
            <a:lvl3pPr algn="l">
              <a:defRPr sz="2550" b="1">
                <a:solidFill>
                  <a:srgbClr val="182235"/>
                </a:solidFill>
              </a:defRPr>
            </a:lvl3pPr>
            <a:lvl4pPr algn="l">
              <a:defRPr sz="2550" b="1">
                <a:solidFill>
                  <a:srgbClr val="182235"/>
                </a:solidFill>
              </a:defRPr>
            </a:lvl4pPr>
            <a:lvl5pPr algn="l">
              <a:defRPr sz="2550" b="1">
                <a:solidFill>
                  <a:srgbClr val="182235"/>
                </a:solidFill>
              </a:defRPr>
            </a:lvl5pPr>
            <a:lvl6pPr algn="l">
              <a:defRPr sz="2550" b="1">
                <a:solidFill>
                  <a:srgbClr val="182235"/>
                </a:solidFill>
              </a:defRPr>
            </a:lvl6pPr>
            <a:lvl7pPr algn="l">
              <a:defRPr sz="2550" b="1">
                <a:solidFill>
                  <a:srgbClr val="182235"/>
                </a:solidFill>
              </a:defRPr>
            </a:lvl7pPr>
            <a:lvl8pPr algn="l">
              <a:defRPr sz="2550" b="1">
                <a:solidFill>
                  <a:srgbClr val="182235"/>
                </a:solidFill>
              </a:defRPr>
            </a:lvl8pPr>
            <a:lvl9pPr algn="l">
              <a:defRPr sz="2550" b="1">
                <a:solidFill>
                  <a:srgbClr val="182235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82235"/>
                </a:solidFill>
              </a:defRPr>
            </a:pPr>
            <a:r>
              <a:rPr sz="2550" b="1">
                <a:solidFill>
                  <a:srgbClr val="182235"/>
                </a:solidFill>
              </a:rPr>
              <a:t>One product across the complete canteen operation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A58CF6-C4FE-41B4-8797-3206EDB70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42975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5D6A7C"/>
                </a:solidFill>
              </a:defRPr>
            </a:defPPr>
            <a:lvl1pPr algn="l">
              <a:defRPr sz="1275" b="0">
                <a:solidFill>
                  <a:srgbClr val="5D6A7C"/>
                </a:solidFill>
              </a:defRPr>
            </a:lvl1pPr>
            <a:lvl2pPr algn="l">
              <a:defRPr sz="1275" b="0">
                <a:solidFill>
                  <a:srgbClr val="5D6A7C"/>
                </a:solidFill>
              </a:defRPr>
            </a:lvl2pPr>
            <a:lvl3pPr algn="l">
              <a:defRPr sz="1275" b="0">
                <a:solidFill>
                  <a:srgbClr val="5D6A7C"/>
                </a:solidFill>
              </a:defRPr>
            </a:lvl3pPr>
            <a:lvl4pPr algn="l">
              <a:defRPr sz="1275" b="0">
                <a:solidFill>
                  <a:srgbClr val="5D6A7C"/>
                </a:solidFill>
              </a:defRPr>
            </a:lvl4pPr>
            <a:lvl5pPr algn="l">
              <a:defRPr sz="1275" b="0">
                <a:solidFill>
                  <a:srgbClr val="5D6A7C"/>
                </a:solidFill>
              </a:defRPr>
            </a:lvl5pPr>
            <a:lvl6pPr algn="l">
              <a:defRPr sz="1275" b="0">
                <a:solidFill>
                  <a:srgbClr val="5D6A7C"/>
                </a:solidFill>
              </a:defRPr>
            </a:lvl6pPr>
            <a:lvl7pPr algn="l">
              <a:defRPr sz="1275" b="0">
                <a:solidFill>
                  <a:srgbClr val="5D6A7C"/>
                </a:solidFill>
              </a:defRPr>
            </a:lvl7pPr>
            <a:lvl8pPr algn="l">
              <a:defRPr sz="1275" b="0">
                <a:solidFill>
                  <a:srgbClr val="5D6A7C"/>
                </a:solidFill>
              </a:defRPr>
            </a:lvl8pPr>
            <a:lvl9pPr algn="l">
              <a:defRPr sz="1275" b="0">
                <a:solidFill>
                  <a:srgbClr val="5D6A7C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D6A7C"/>
                </a:solidFill>
              </a:defRPr>
            </a:pPr>
            <a:r>
              <a:rPr sz="1275" b="0">
                <a:solidFill>
                  <a:srgbClr val="5D6A7C"/>
                </a:solidFill>
              </a:rPr>
              <a:t>Four dedicated screens share one order, token and kitchen state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73FEC0-9E60-4296-8767-BEFA890E6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76250"/>
            <a:ext cx="81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75" b="1">
                <a:solidFill>
                  <a:srgbClr val="F2542D"/>
                </a:solidFill>
              </a:defRPr>
            </a:defPPr>
            <a:lvl1pPr algn="r">
              <a:defRPr sz="975" b="1">
                <a:solidFill>
                  <a:srgbClr val="F2542D"/>
                </a:solidFill>
              </a:defRPr>
            </a:lvl1pPr>
            <a:lvl2pPr algn="r">
              <a:defRPr sz="975" b="1">
                <a:solidFill>
                  <a:srgbClr val="F2542D"/>
                </a:solidFill>
              </a:defRPr>
            </a:lvl2pPr>
            <a:lvl3pPr algn="r">
              <a:defRPr sz="975" b="1">
                <a:solidFill>
                  <a:srgbClr val="F2542D"/>
                </a:solidFill>
              </a:defRPr>
            </a:lvl3pPr>
            <a:lvl4pPr algn="r">
              <a:defRPr sz="975" b="1">
                <a:solidFill>
                  <a:srgbClr val="F2542D"/>
                </a:solidFill>
              </a:defRPr>
            </a:lvl4pPr>
            <a:lvl5pPr algn="r">
              <a:defRPr sz="975" b="1">
                <a:solidFill>
                  <a:srgbClr val="F2542D"/>
                </a:solidFill>
              </a:defRPr>
            </a:lvl5pPr>
            <a:lvl6pPr algn="r">
              <a:defRPr sz="975" b="1">
                <a:solidFill>
                  <a:srgbClr val="F2542D"/>
                </a:solidFill>
              </a:defRPr>
            </a:lvl6pPr>
            <a:lvl7pPr algn="r">
              <a:defRPr sz="975" b="1">
                <a:solidFill>
                  <a:srgbClr val="F2542D"/>
                </a:solidFill>
              </a:defRPr>
            </a:lvl7pPr>
            <a:lvl8pPr algn="r">
              <a:defRPr sz="975" b="1">
                <a:solidFill>
                  <a:srgbClr val="F2542D"/>
                </a:solidFill>
              </a:defRPr>
            </a:lvl8pPr>
            <a:lvl9pPr algn="r">
              <a:defRPr sz="975" b="1">
                <a:solidFill>
                  <a:srgbClr val="F2542D"/>
                </a:solidFill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F2542D"/>
                </a:solidFill>
              </a:defRPr>
            </a:pPr>
            <a:r>
              <a:rPr sz="975" b="1">
                <a:solidFill>
                  <a:srgbClr val="F2542D"/>
                </a:solidFill>
              </a:rPr>
              <a:t>MEALY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851F9C-F55C-452B-9AB4-F20D1E904E3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a7b7112c4b495f"/>
          <a:srcRect xmlns:a="http://schemas.openxmlformats.org/drawingml/2006/main" l="0" t="7660" r="0" b="766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524000"/>
            <a:ext cx="2571750" cy="4333875"/>
          </a:xfrm>
          <a:prstGeom xmlns:a="http://schemas.openxmlformats.org/drawingml/2006/main" prst="roundRect">
            <a:avLst>
              <a:gd name="adj" fmla="val 4444"/>
            </a:avLst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F381EF-60EF-4283-9878-90B4D9AA003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d9145ecc51484f"/>
          <a:srcRect xmlns:a="http://schemas.openxmlformats.org/drawingml/2006/main" l="0" t="1695" r="0" b="16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457575" y="1524000"/>
            <a:ext cx="5143500" cy="2857500"/>
          </a:xfrm>
          <a:prstGeom xmlns:a="http://schemas.openxmlformats.org/drawingml/2006/main" prst="roundRect">
            <a:avLst>
              <a:gd name="adj" fmla="val 4000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5EFD51-9599-4DA5-9B3C-B567BA8D5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5312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F2542D"/>
                </a:solidFill>
              </a:defRPr>
            </a:defPPr>
            <a:lvl1pPr algn="l">
              <a:defRPr sz="900" b="1">
                <a:solidFill>
                  <a:srgbClr val="F2542D"/>
                </a:solidFill>
              </a:defRPr>
            </a:lvl1pPr>
            <a:lvl2pPr algn="l">
              <a:defRPr sz="900" b="1">
                <a:solidFill>
                  <a:srgbClr val="F2542D"/>
                </a:solidFill>
              </a:defRPr>
            </a:lvl2pPr>
            <a:lvl3pPr algn="l">
              <a:defRPr sz="900" b="1">
                <a:solidFill>
                  <a:srgbClr val="F2542D"/>
                </a:solidFill>
              </a:defRPr>
            </a:lvl3pPr>
            <a:lvl4pPr algn="l">
              <a:defRPr sz="900" b="1">
                <a:solidFill>
                  <a:srgbClr val="F2542D"/>
                </a:solidFill>
              </a:defRPr>
            </a:lvl4pPr>
            <a:lvl5pPr algn="l">
              <a:defRPr sz="900" b="1">
                <a:solidFill>
                  <a:srgbClr val="F2542D"/>
                </a:solidFill>
              </a:defRPr>
            </a:lvl5pPr>
            <a:lvl6pPr algn="l">
              <a:defRPr sz="900" b="1">
                <a:solidFill>
                  <a:srgbClr val="F2542D"/>
                </a:solidFill>
              </a:defRPr>
            </a:lvl6pPr>
            <a:lvl7pPr algn="l">
              <a:defRPr sz="900" b="1">
                <a:solidFill>
                  <a:srgbClr val="F2542D"/>
                </a:solidFill>
              </a:defRPr>
            </a:lvl7pPr>
            <a:lvl8pPr algn="l">
              <a:defRPr sz="900" b="1">
                <a:solidFill>
                  <a:srgbClr val="F2542D"/>
                </a:solidFill>
              </a:defRPr>
            </a:lvl8pPr>
            <a:lvl9pPr algn="l">
              <a:defRPr sz="900" b="1">
                <a:solidFill>
                  <a:srgbClr val="F2542D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F2542D"/>
                </a:solidFill>
              </a:defRPr>
            </a:pPr>
            <a:r>
              <a:rPr sz="900" b="1">
                <a:solidFill>
                  <a:srgbClr val="F2542D"/>
                </a:solidFill>
              </a:rPr>
              <a:t>STUDENT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240B00-26E7-4335-9F81-3261B69D5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9055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D6A7C"/>
                </a:solidFill>
              </a:defRPr>
            </a:defPPr>
            <a:lvl1pPr algn="l">
              <a:defRPr sz="1050" b="0">
                <a:solidFill>
                  <a:srgbClr val="5D6A7C"/>
                </a:solidFill>
              </a:defRPr>
            </a:lvl1pPr>
            <a:lvl2pPr algn="l">
              <a:defRPr sz="1050" b="0">
                <a:solidFill>
                  <a:srgbClr val="5D6A7C"/>
                </a:solidFill>
              </a:defRPr>
            </a:lvl2pPr>
            <a:lvl3pPr algn="l">
              <a:defRPr sz="1050" b="0">
                <a:solidFill>
                  <a:srgbClr val="5D6A7C"/>
                </a:solidFill>
              </a:defRPr>
            </a:lvl3pPr>
            <a:lvl4pPr algn="l">
              <a:defRPr sz="1050" b="0">
                <a:solidFill>
                  <a:srgbClr val="5D6A7C"/>
                </a:solidFill>
              </a:defRPr>
            </a:lvl4pPr>
            <a:lvl5pPr algn="l">
              <a:defRPr sz="1050" b="0">
                <a:solidFill>
                  <a:srgbClr val="5D6A7C"/>
                </a:solidFill>
              </a:defRPr>
            </a:lvl5pPr>
            <a:lvl6pPr algn="l">
              <a:defRPr sz="1050" b="0">
                <a:solidFill>
                  <a:srgbClr val="5D6A7C"/>
                </a:solidFill>
              </a:defRPr>
            </a:lvl6pPr>
            <a:lvl7pPr algn="l">
              <a:defRPr sz="1050" b="0">
                <a:solidFill>
                  <a:srgbClr val="5D6A7C"/>
                </a:solidFill>
              </a:defRPr>
            </a:lvl7pPr>
            <a:lvl8pPr algn="l">
              <a:defRPr sz="1050" b="0">
                <a:solidFill>
                  <a:srgbClr val="5D6A7C"/>
                </a:solidFill>
              </a:defRPr>
            </a:lvl8pPr>
            <a:lvl9pPr algn="l">
              <a:defRPr sz="1050" b="0">
                <a:solidFill>
                  <a:srgbClr val="5D6A7C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D6A7C"/>
                </a:solidFill>
              </a:defRPr>
            </a:pPr>
            <a:r>
              <a:rPr sz="1050" b="0">
                <a:solidFill>
                  <a:srgbClr val="5D6A7C"/>
                </a:solidFill>
              </a:rPr>
              <a:t>Pre-order, pickup slot, live token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54DB8E-53FD-4D26-AC23-A3F80FE7E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4524375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F2542D"/>
                </a:solidFill>
              </a:defRPr>
            </a:defPPr>
            <a:lvl1pPr algn="l">
              <a:defRPr sz="900" b="1">
                <a:solidFill>
                  <a:srgbClr val="F2542D"/>
                </a:solidFill>
              </a:defRPr>
            </a:lvl1pPr>
            <a:lvl2pPr algn="l">
              <a:defRPr sz="900" b="1">
                <a:solidFill>
                  <a:srgbClr val="F2542D"/>
                </a:solidFill>
              </a:defRPr>
            </a:lvl2pPr>
            <a:lvl3pPr algn="l">
              <a:defRPr sz="900" b="1">
                <a:solidFill>
                  <a:srgbClr val="F2542D"/>
                </a:solidFill>
              </a:defRPr>
            </a:lvl3pPr>
            <a:lvl4pPr algn="l">
              <a:defRPr sz="900" b="1">
                <a:solidFill>
                  <a:srgbClr val="F2542D"/>
                </a:solidFill>
              </a:defRPr>
            </a:lvl4pPr>
            <a:lvl5pPr algn="l">
              <a:defRPr sz="900" b="1">
                <a:solidFill>
                  <a:srgbClr val="F2542D"/>
                </a:solidFill>
              </a:defRPr>
            </a:lvl5pPr>
            <a:lvl6pPr algn="l">
              <a:defRPr sz="900" b="1">
                <a:solidFill>
                  <a:srgbClr val="F2542D"/>
                </a:solidFill>
              </a:defRPr>
            </a:lvl6pPr>
            <a:lvl7pPr algn="l">
              <a:defRPr sz="900" b="1">
                <a:solidFill>
                  <a:srgbClr val="F2542D"/>
                </a:solidFill>
              </a:defRPr>
            </a:lvl7pPr>
            <a:lvl8pPr algn="l">
              <a:defRPr sz="900" b="1">
                <a:solidFill>
                  <a:srgbClr val="F2542D"/>
                </a:solidFill>
              </a:defRPr>
            </a:lvl8pPr>
            <a:lvl9pPr algn="l">
              <a:defRPr sz="900" b="1">
                <a:solidFill>
                  <a:srgbClr val="F2542D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F2542D"/>
                </a:solidFill>
              </a:defRPr>
            </a:pPr>
            <a:r>
              <a:rPr sz="900" b="1">
                <a:solidFill>
                  <a:srgbClr val="F2542D"/>
                </a:solidFill>
              </a:rPr>
              <a:t>COUNTER POS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1454B4-FB4E-41A4-A87C-C294D4E29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476750"/>
            <a:ext cx="3905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D6A7C"/>
                </a:solidFill>
              </a:defRPr>
            </a:defPPr>
            <a:lvl1pPr algn="l">
              <a:defRPr sz="1050" b="0">
                <a:solidFill>
                  <a:srgbClr val="5D6A7C"/>
                </a:solidFill>
              </a:defRPr>
            </a:lvl1pPr>
            <a:lvl2pPr algn="l">
              <a:defRPr sz="1050" b="0">
                <a:solidFill>
                  <a:srgbClr val="5D6A7C"/>
                </a:solidFill>
              </a:defRPr>
            </a:lvl2pPr>
            <a:lvl3pPr algn="l">
              <a:defRPr sz="1050" b="0">
                <a:solidFill>
                  <a:srgbClr val="5D6A7C"/>
                </a:solidFill>
              </a:defRPr>
            </a:lvl3pPr>
            <a:lvl4pPr algn="l">
              <a:defRPr sz="1050" b="0">
                <a:solidFill>
                  <a:srgbClr val="5D6A7C"/>
                </a:solidFill>
              </a:defRPr>
            </a:lvl4pPr>
            <a:lvl5pPr algn="l">
              <a:defRPr sz="1050" b="0">
                <a:solidFill>
                  <a:srgbClr val="5D6A7C"/>
                </a:solidFill>
              </a:defRPr>
            </a:lvl5pPr>
            <a:lvl6pPr algn="l">
              <a:defRPr sz="1050" b="0">
                <a:solidFill>
                  <a:srgbClr val="5D6A7C"/>
                </a:solidFill>
              </a:defRPr>
            </a:lvl6pPr>
            <a:lvl7pPr algn="l">
              <a:defRPr sz="1050" b="0">
                <a:solidFill>
                  <a:srgbClr val="5D6A7C"/>
                </a:solidFill>
              </a:defRPr>
            </a:lvl7pPr>
            <a:lvl8pPr algn="l">
              <a:defRPr sz="1050" b="0">
                <a:solidFill>
                  <a:srgbClr val="5D6A7C"/>
                </a:solidFill>
              </a:defRPr>
            </a:lvl8pPr>
            <a:lvl9pPr algn="l">
              <a:defRPr sz="1050" b="0">
                <a:solidFill>
                  <a:srgbClr val="5D6A7C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D6A7C"/>
                </a:solidFill>
              </a:defRPr>
            </a:pPr>
            <a:r>
              <a:rPr sz="1050" b="0">
                <a:solidFill>
                  <a:srgbClr val="5D6A7C"/>
                </a:solidFill>
              </a:rPr>
              <a:t>Walk-ins, online orders, billing and collection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AA58FB-FBE1-40D5-A0CA-38768BE7D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524000"/>
            <a:ext cx="2667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9525">
            <a:solidFill>
              <a:srgbClr val="D5E4F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0C387C-2FE2-466F-A56F-704C1625C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76212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35678B"/>
                </a:solidFill>
              </a:defRPr>
            </a:defPPr>
            <a:lvl1pPr algn="l">
              <a:defRPr sz="900" b="1">
                <a:solidFill>
                  <a:srgbClr val="35678B"/>
                </a:solidFill>
              </a:defRPr>
            </a:lvl1pPr>
            <a:lvl2pPr algn="l">
              <a:defRPr sz="900" b="1">
                <a:solidFill>
                  <a:srgbClr val="35678B"/>
                </a:solidFill>
              </a:defRPr>
            </a:lvl2pPr>
            <a:lvl3pPr algn="l">
              <a:defRPr sz="900" b="1">
                <a:solidFill>
                  <a:srgbClr val="35678B"/>
                </a:solidFill>
              </a:defRPr>
            </a:lvl3pPr>
            <a:lvl4pPr algn="l">
              <a:defRPr sz="900" b="1">
                <a:solidFill>
                  <a:srgbClr val="35678B"/>
                </a:solidFill>
              </a:defRPr>
            </a:lvl4pPr>
            <a:lvl5pPr algn="l">
              <a:defRPr sz="900" b="1">
                <a:solidFill>
                  <a:srgbClr val="35678B"/>
                </a:solidFill>
              </a:defRPr>
            </a:lvl5pPr>
            <a:lvl6pPr algn="l">
              <a:defRPr sz="900" b="1">
                <a:solidFill>
                  <a:srgbClr val="35678B"/>
                </a:solidFill>
              </a:defRPr>
            </a:lvl6pPr>
            <a:lvl7pPr algn="l">
              <a:defRPr sz="900" b="1">
                <a:solidFill>
                  <a:srgbClr val="35678B"/>
                </a:solidFill>
              </a:defRPr>
            </a:lvl7pPr>
            <a:lvl8pPr algn="l">
              <a:defRPr sz="900" b="1">
                <a:solidFill>
                  <a:srgbClr val="35678B"/>
                </a:solidFill>
              </a:defRPr>
            </a:lvl8pPr>
            <a:lvl9pPr algn="l">
              <a:defRPr sz="900" b="1">
                <a:solidFill>
                  <a:srgbClr val="35678B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35678B"/>
                </a:solidFill>
              </a:defRPr>
            </a:pPr>
            <a:r>
              <a:rPr sz="900" b="1">
                <a:solidFill>
                  <a:srgbClr val="35678B"/>
                </a:solidFill>
              </a:rPr>
              <a:t>KDS / KOT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DA7749-0EBC-409E-BE7A-63FB9B4BF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095500"/>
            <a:ext cx="2133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182235"/>
                </a:solidFill>
              </a:defRPr>
            </a:defPPr>
            <a:lvl1pPr algn="l">
              <a:defRPr sz="1200" b="0">
                <a:solidFill>
                  <a:srgbClr val="182235"/>
                </a:solidFill>
              </a:defRPr>
            </a:lvl1pPr>
            <a:lvl2pPr algn="l">
              <a:defRPr sz="1200" b="0">
                <a:solidFill>
                  <a:srgbClr val="182235"/>
                </a:solidFill>
              </a:defRPr>
            </a:lvl2pPr>
            <a:lvl3pPr algn="l">
              <a:defRPr sz="1200" b="0">
                <a:solidFill>
                  <a:srgbClr val="182235"/>
                </a:solidFill>
              </a:defRPr>
            </a:lvl3pPr>
            <a:lvl4pPr algn="l">
              <a:defRPr sz="1200" b="0">
                <a:solidFill>
                  <a:srgbClr val="182235"/>
                </a:solidFill>
              </a:defRPr>
            </a:lvl4pPr>
            <a:lvl5pPr algn="l">
              <a:defRPr sz="1200" b="0">
                <a:solidFill>
                  <a:srgbClr val="182235"/>
                </a:solidFill>
              </a:defRPr>
            </a:lvl5pPr>
            <a:lvl6pPr algn="l">
              <a:defRPr sz="1200" b="0">
                <a:solidFill>
                  <a:srgbClr val="182235"/>
                </a:solidFill>
              </a:defRPr>
            </a:lvl6pPr>
            <a:lvl7pPr algn="l">
              <a:defRPr sz="1200" b="0">
                <a:solidFill>
                  <a:srgbClr val="182235"/>
                </a:solidFill>
              </a:defRPr>
            </a:lvl7pPr>
            <a:lvl8pPr algn="l">
              <a:defRPr sz="1200" b="0">
                <a:solidFill>
                  <a:srgbClr val="182235"/>
                </a:solidFill>
              </a:defRPr>
            </a:lvl8pPr>
            <a:lvl9pPr algn="l">
              <a:defRPr sz="1200" b="0">
                <a:solidFill>
                  <a:srgbClr val="182235"/>
                </a:solidFill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82235"/>
                </a:solidFill>
              </a:defRPr>
            </a:pPr>
            <a:r>
              <a:rPr sz="1200" b="0">
                <a:solidFill>
                  <a:srgbClr val="182235"/>
                </a:solidFill>
              </a:rPr>
              <a:t>Kitchen receives every approved order and controls preparation.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CC040E-D0A6-498B-AF42-8A1140035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238500"/>
            <a:ext cx="26670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3EC"/>
          </a:solidFill>
          <a:ln xmlns:a="http://schemas.openxmlformats.org/drawingml/2006/main" w="9525">
            <a:solidFill>
              <a:srgbClr val="FFD5C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D62C5A-1F6E-4EC6-9390-5A0E5050A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47662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F2542D"/>
                </a:solidFill>
              </a:defRPr>
            </a:defPPr>
            <a:lvl1pPr algn="l">
              <a:defRPr sz="900" b="1">
                <a:solidFill>
                  <a:srgbClr val="F2542D"/>
                </a:solidFill>
              </a:defRPr>
            </a:lvl1pPr>
            <a:lvl2pPr algn="l">
              <a:defRPr sz="900" b="1">
                <a:solidFill>
                  <a:srgbClr val="F2542D"/>
                </a:solidFill>
              </a:defRPr>
            </a:lvl2pPr>
            <a:lvl3pPr algn="l">
              <a:defRPr sz="900" b="1">
                <a:solidFill>
                  <a:srgbClr val="F2542D"/>
                </a:solidFill>
              </a:defRPr>
            </a:lvl3pPr>
            <a:lvl4pPr algn="l">
              <a:defRPr sz="900" b="1">
                <a:solidFill>
                  <a:srgbClr val="F2542D"/>
                </a:solidFill>
              </a:defRPr>
            </a:lvl4pPr>
            <a:lvl5pPr algn="l">
              <a:defRPr sz="900" b="1">
                <a:solidFill>
                  <a:srgbClr val="F2542D"/>
                </a:solidFill>
              </a:defRPr>
            </a:lvl5pPr>
            <a:lvl6pPr algn="l">
              <a:defRPr sz="900" b="1">
                <a:solidFill>
                  <a:srgbClr val="F2542D"/>
                </a:solidFill>
              </a:defRPr>
            </a:lvl6pPr>
            <a:lvl7pPr algn="l">
              <a:defRPr sz="900" b="1">
                <a:solidFill>
                  <a:srgbClr val="F2542D"/>
                </a:solidFill>
              </a:defRPr>
            </a:lvl7pPr>
            <a:lvl8pPr algn="l">
              <a:defRPr sz="900" b="1">
                <a:solidFill>
                  <a:srgbClr val="F2542D"/>
                </a:solidFill>
              </a:defRPr>
            </a:lvl8pPr>
            <a:lvl9pPr algn="l">
              <a:defRPr sz="900" b="1">
                <a:solidFill>
                  <a:srgbClr val="F2542D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F2542D"/>
                </a:solidFill>
              </a:defRPr>
            </a:pPr>
            <a:r>
              <a:rPr sz="900" b="1">
                <a:solidFill>
                  <a:srgbClr val="F2542D"/>
                </a:solidFill>
              </a:rPr>
              <a:t>MANAGER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1B98B8-18D1-479E-B2F4-06C77ACA7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810000"/>
            <a:ext cx="2133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182235"/>
                </a:solidFill>
              </a:defRPr>
            </a:defPPr>
            <a:lvl1pPr algn="l">
              <a:defRPr sz="1200" b="0">
                <a:solidFill>
                  <a:srgbClr val="182235"/>
                </a:solidFill>
              </a:defRPr>
            </a:lvl1pPr>
            <a:lvl2pPr algn="l">
              <a:defRPr sz="1200" b="0">
                <a:solidFill>
                  <a:srgbClr val="182235"/>
                </a:solidFill>
              </a:defRPr>
            </a:lvl2pPr>
            <a:lvl3pPr algn="l">
              <a:defRPr sz="1200" b="0">
                <a:solidFill>
                  <a:srgbClr val="182235"/>
                </a:solidFill>
              </a:defRPr>
            </a:lvl3pPr>
            <a:lvl4pPr algn="l">
              <a:defRPr sz="1200" b="0">
                <a:solidFill>
                  <a:srgbClr val="182235"/>
                </a:solidFill>
              </a:defRPr>
            </a:lvl4pPr>
            <a:lvl5pPr algn="l">
              <a:defRPr sz="1200" b="0">
                <a:solidFill>
                  <a:srgbClr val="182235"/>
                </a:solidFill>
              </a:defRPr>
            </a:lvl5pPr>
            <a:lvl6pPr algn="l">
              <a:defRPr sz="1200" b="0">
                <a:solidFill>
                  <a:srgbClr val="182235"/>
                </a:solidFill>
              </a:defRPr>
            </a:lvl6pPr>
            <a:lvl7pPr algn="l">
              <a:defRPr sz="1200" b="0">
                <a:solidFill>
                  <a:srgbClr val="182235"/>
                </a:solidFill>
              </a:defRPr>
            </a:lvl7pPr>
            <a:lvl8pPr algn="l">
              <a:defRPr sz="1200" b="0">
                <a:solidFill>
                  <a:srgbClr val="182235"/>
                </a:solidFill>
              </a:defRPr>
            </a:lvl8pPr>
            <a:lvl9pPr algn="l">
              <a:defRPr sz="1200" b="0">
                <a:solidFill>
                  <a:srgbClr val="182235"/>
                </a:solidFill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182235"/>
                </a:solidFill>
              </a:defRPr>
            </a:pPr>
            <a:r>
              <a:rPr sz="1200" b="0">
                <a:solidFill>
                  <a:srgbClr val="182235"/>
                </a:solidFill>
              </a:rPr>
              <a:t>Rush board, leftovers, surplus offers and tomorrow’s forecast.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77C332-9E82-49E5-9DCF-12BE79A3A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>
                <a:solidFill>
                  <a:srgbClr val="95A0AF"/>
                </a:solidFill>
              </a:defRPr>
            </a:defPPr>
            <a:lvl1pPr algn="r">
              <a:defRPr sz="825" b="1">
                <a:solidFill>
                  <a:srgbClr val="95A0AF"/>
                </a:solidFill>
              </a:defRPr>
            </a:lvl1pPr>
            <a:lvl2pPr algn="r">
              <a:defRPr sz="825" b="1">
                <a:solidFill>
                  <a:srgbClr val="95A0AF"/>
                </a:solidFill>
              </a:defRPr>
            </a:lvl2pPr>
            <a:lvl3pPr algn="r">
              <a:defRPr sz="825" b="1">
                <a:solidFill>
                  <a:srgbClr val="95A0AF"/>
                </a:solidFill>
              </a:defRPr>
            </a:lvl3pPr>
            <a:lvl4pPr algn="r">
              <a:defRPr sz="825" b="1">
                <a:solidFill>
                  <a:srgbClr val="95A0AF"/>
                </a:solidFill>
              </a:defRPr>
            </a:lvl4pPr>
            <a:lvl5pPr algn="r">
              <a:defRPr sz="825" b="1">
                <a:solidFill>
                  <a:srgbClr val="95A0AF"/>
                </a:solidFill>
              </a:defRPr>
            </a:lvl5pPr>
            <a:lvl6pPr algn="r">
              <a:defRPr sz="825" b="1">
                <a:solidFill>
                  <a:srgbClr val="95A0AF"/>
                </a:solidFill>
              </a:defRPr>
            </a:lvl6pPr>
            <a:lvl7pPr algn="r">
              <a:defRPr sz="825" b="1">
                <a:solidFill>
                  <a:srgbClr val="95A0AF"/>
                </a:solidFill>
              </a:defRPr>
            </a:lvl7pPr>
            <a:lvl8pPr algn="r">
              <a:defRPr sz="825" b="1">
                <a:solidFill>
                  <a:srgbClr val="95A0AF"/>
                </a:solidFill>
              </a:defRPr>
            </a:lvl8pPr>
            <a:lvl9pPr algn="r">
              <a:defRPr sz="825" b="1">
                <a:solidFill>
                  <a:srgbClr val="95A0AF"/>
                </a:solidFill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95A0AF"/>
                </a:solidFill>
              </a:defRPr>
            </a:pPr>
            <a:r>
              <a:rPr sz="825" b="1">
                <a:solidFill>
                  <a:srgbClr val="95A0AF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491572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B142903-CBFB-4C4E-BF52-0E1769875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182235"/>
                </a:solidFill>
              </a:defRPr>
            </a:defPPr>
            <a:lvl1pPr algn="l">
              <a:defRPr sz="2550" b="1">
                <a:solidFill>
                  <a:srgbClr val="182235"/>
                </a:solidFill>
              </a:defRPr>
            </a:lvl1pPr>
            <a:lvl2pPr algn="l">
              <a:defRPr sz="2550" b="1">
                <a:solidFill>
                  <a:srgbClr val="182235"/>
                </a:solidFill>
              </a:defRPr>
            </a:lvl2pPr>
            <a:lvl3pPr algn="l">
              <a:defRPr sz="2550" b="1">
                <a:solidFill>
                  <a:srgbClr val="182235"/>
                </a:solidFill>
              </a:defRPr>
            </a:lvl3pPr>
            <a:lvl4pPr algn="l">
              <a:defRPr sz="2550" b="1">
                <a:solidFill>
                  <a:srgbClr val="182235"/>
                </a:solidFill>
              </a:defRPr>
            </a:lvl4pPr>
            <a:lvl5pPr algn="l">
              <a:defRPr sz="2550" b="1">
                <a:solidFill>
                  <a:srgbClr val="182235"/>
                </a:solidFill>
              </a:defRPr>
            </a:lvl5pPr>
            <a:lvl6pPr algn="l">
              <a:defRPr sz="2550" b="1">
                <a:solidFill>
                  <a:srgbClr val="182235"/>
                </a:solidFill>
              </a:defRPr>
            </a:lvl6pPr>
            <a:lvl7pPr algn="l">
              <a:defRPr sz="2550" b="1">
                <a:solidFill>
                  <a:srgbClr val="182235"/>
                </a:solidFill>
              </a:defRPr>
            </a:lvl7pPr>
            <a:lvl8pPr algn="l">
              <a:defRPr sz="2550" b="1">
                <a:solidFill>
                  <a:srgbClr val="182235"/>
                </a:solidFill>
              </a:defRPr>
            </a:lvl8pPr>
            <a:lvl9pPr algn="l">
              <a:defRPr sz="2550" b="1">
                <a:solidFill>
                  <a:srgbClr val="182235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82235"/>
                </a:solidFill>
              </a:defRPr>
            </a:pPr>
            <a:r>
              <a:rPr sz="2550" b="1">
                <a:solidFill>
                  <a:srgbClr val="182235"/>
                </a:solidFill>
              </a:rPr>
              <a:t>A single order state from phone to pickup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E2A167-4E8E-45B9-8FD2-0C40F2BA0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42975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5D6A7C"/>
                </a:solidFill>
              </a:defRPr>
            </a:defPPr>
            <a:lvl1pPr algn="l">
              <a:defRPr sz="1275" b="0">
                <a:solidFill>
                  <a:srgbClr val="5D6A7C"/>
                </a:solidFill>
              </a:defRPr>
            </a:lvl1pPr>
            <a:lvl2pPr algn="l">
              <a:defRPr sz="1275" b="0">
                <a:solidFill>
                  <a:srgbClr val="5D6A7C"/>
                </a:solidFill>
              </a:defRPr>
            </a:lvl2pPr>
            <a:lvl3pPr algn="l">
              <a:defRPr sz="1275" b="0">
                <a:solidFill>
                  <a:srgbClr val="5D6A7C"/>
                </a:solidFill>
              </a:defRPr>
            </a:lvl3pPr>
            <a:lvl4pPr algn="l">
              <a:defRPr sz="1275" b="0">
                <a:solidFill>
                  <a:srgbClr val="5D6A7C"/>
                </a:solidFill>
              </a:defRPr>
            </a:lvl4pPr>
            <a:lvl5pPr algn="l">
              <a:defRPr sz="1275" b="0">
                <a:solidFill>
                  <a:srgbClr val="5D6A7C"/>
                </a:solidFill>
              </a:defRPr>
            </a:lvl5pPr>
            <a:lvl6pPr algn="l">
              <a:defRPr sz="1275" b="0">
                <a:solidFill>
                  <a:srgbClr val="5D6A7C"/>
                </a:solidFill>
              </a:defRPr>
            </a:lvl6pPr>
            <a:lvl7pPr algn="l">
              <a:defRPr sz="1275" b="0">
                <a:solidFill>
                  <a:srgbClr val="5D6A7C"/>
                </a:solidFill>
              </a:defRPr>
            </a:lvl7pPr>
            <a:lvl8pPr algn="l">
              <a:defRPr sz="1275" b="0">
                <a:solidFill>
                  <a:srgbClr val="5D6A7C"/>
                </a:solidFill>
              </a:defRPr>
            </a:lvl8pPr>
            <a:lvl9pPr algn="l">
              <a:defRPr sz="1275" b="0">
                <a:solidFill>
                  <a:srgbClr val="5D6A7C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D6A7C"/>
                </a:solidFill>
              </a:defRPr>
            </a:pPr>
            <a:r>
              <a:rPr sz="1275" b="0">
                <a:solidFill>
                  <a:srgbClr val="5D6A7C"/>
                </a:solidFill>
              </a:rPr>
              <a:t>Every screen reads the same order, while ownership stays clear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539F83-4B64-4327-B07A-783B0A146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76250"/>
            <a:ext cx="81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75" b="1">
                <a:solidFill>
                  <a:srgbClr val="F2542D"/>
                </a:solidFill>
              </a:defRPr>
            </a:defPPr>
            <a:lvl1pPr algn="r">
              <a:defRPr sz="975" b="1">
                <a:solidFill>
                  <a:srgbClr val="F2542D"/>
                </a:solidFill>
              </a:defRPr>
            </a:lvl1pPr>
            <a:lvl2pPr algn="r">
              <a:defRPr sz="975" b="1">
                <a:solidFill>
                  <a:srgbClr val="F2542D"/>
                </a:solidFill>
              </a:defRPr>
            </a:lvl2pPr>
            <a:lvl3pPr algn="r">
              <a:defRPr sz="975" b="1">
                <a:solidFill>
                  <a:srgbClr val="F2542D"/>
                </a:solidFill>
              </a:defRPr>
            </a:lvl3pPr>
            <a:lvl4pPr algn="r">
              <a:defRPr sz="975" b="1">
                <a:solidFill>
                  <a:srgbClr val="F2542D"/>
                </a:solidFill>
              </a:defRPr>
            </a:lvl4pPr>
            <a:lvl5pPr algn="r">
              <a:defRPr sz="975" b="1">
                <a:solidFill>
                  <a:srgbClr val="F2542D"/>
                </a:solidFill>
              </a:defRPr>
            </a:lvl5pPr>
            <a:lvl6pPr algn="r">
              <a:defRPr sz="975" b="1">
                <a:solidFill>
                  <a:srgbClr val="F2542D"/>
                </a:solidFill>
              </a:defRPr>
            </a:lvl6pPr>
            <a:lvl7pPr algn="r">
              <a:defRPr sz="975" b="1">
                <a:solidFill>
                  <a:srgbClr val="F2542D"/>
                </a:solidFill>
              </a:defRPr>
            </a:lvl7pPr>
            <a:lvl8pPr algn="r">
              <a:defRPr sz="975" b="1">
                <a:solidFill>
                  <a:srgbClr val="F2542D"/>
                </a:solidFill>
              </a:defRPr>
            </a:lvl8pPr>
            <a:lvl9pPr algn="r">
              <a:defRPr sz="975" b="1">
                <a:solidFill>
                  <a:srgbClr val="F2542D"/>
                </a:solidFill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F2542D"/>
                </a:solidFill>
              </a:defRPr>
            </a:pPr>
            <a:r>
              <a:rPr sz="975" b="1">
                <a:solidFill>
                  <a:srgbClr val="F2542D"/>
                </a:solidFill>
              </a:rPr>
              <a:t>MEALY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EC63C8-DF6F-4598-820E-29089B31B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542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</a:defRPr>
            </a:defPPr>
            <a:lvl1pPr algn="ctr">
              <a:defRPr sz="1350" b="1">
                <a:solidFill>
                  <a:srgbClr val="FFFFFF"/>
                </a:solidFill>
              </a:defRPr>
            </a:lvl1pPr>
            <a:lvl2pPr algn="ctr">
              <a:defRPr sz="1350" b="1">
                <a:solidFill>
                  <a:srgbClr val="FFFFFF"/>
                </a:solidFill>
              </a:defRPr>
            </a:lvl2pPr>
            <a:lvl3pPr algn="ctr">
              <a:defRPr sz="1350" b="1">
                <a:solidFill>
                  <a:srgbClr val="FFFFFF"/>
                </a:solidFill>
              </a:defRPr>
            </a:lvl3pPr>
            <a:lvl4pPr algn="ctr">
              <a:defRPr sz="1350" b="1">
                <a:solidFill>
                  <a:srgbClr val="FFFFFF"/>
                </a:solidFill>
              </a:defRPr>
            </a:lvl4pPr>
            <a:lvl5pPr algn="ctr">
              <a:defRPr sz="1350" b="1">
                <a:solidFill>
                  <a:srgbClr val="FFFFFF"/>
                </a:solidFill>
              </a:defRPr>
            </a:lvl5pPr>
            <a:lvl6pPr algn="ctr">
              <a:defRPr sz="1350" b="1">
                <a:solidFill>
                  <a:srgbClr val="FFFFFF"/>
                </a:solidFill>
              </a:defRPr>
            </a:lvl6pPr>
            <a:lvl7pPr algn="ctr">
              <a:defRPr sz="1350" b="1">
                <a:solidFill>
                  <a:srgbClr val="FFFFFF"/>
                </a:solidFill>
              </a:defRPr>
            </a:lvl7pPr>
            <a:lvl8pPr algn="ctr">
              <a:defRPr sz="1350" b="1">
                <a:solidFill>
                  <a:srgbClr val="FFFFFF"/>
                </a:solidFill>
              </a:defRPr>
            </a:lvl8pPr>
            <a:lvl9pPr algn="ctr">
              <a:defRPr sz="13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2D647C-9FD3-41FE-9D9D-E12875493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190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82235"/>
                </a:solidFill>
              </a:defRPr>
            </a:defPPr>
            <a:lvl1pPr algn="l">
              <a:defRPr sz="1350" b="1">
                <a:solidFill>
                  <a:srgbClr val="182235"/>
                </a:solidFill>
              </a:defRPr>
            </a:lvl1pPr>
            <a:lvl2pPr algn="l">
              <a:defRPr sz="1350" b="1">
                <a:solidFill>
                  <a:srgbClr val="182235"/>
                </a:solidFill>
              </a:defRPr>
            </a:lvl2pPr>
            <a:lvl3pPr algn="l">
              <a:defRPr sz="1350" b="1">
                <a:solidFill>
                  <a:srgbClr val="182235"/>
                </a:solidFill>
              </a:defRPr>
            </a:lvl3pPr>
            <a:lvl4pPr algn="l">
              <a:defRPr sz="1350" b="1">
                <a:solidFill>
                  <a:srgbClr val="182235"/>
                </a:solidFill>
              </a:defRPr>
            </a:lvl4pPr>
            <a:lvl5pPr algn="l">
              <a:defRPr sz="1350" b="1">
                <a:solidFill>
                  <a:srgbClr val="182235"/>
                </a:solidFill>
              </a:defRPr>
            </a:lvl5pPr>
            <a:lvl6pPr algn="l">
              <a:defRPr sz="1350" b="1">
                <a:solidFill>
                  <a:srgbClr val="182235"/>
                </a:solidFill>
              </a:defRPr>
            </a:lvl6pPr>
            <a:lvl7pPr algn="l">
              <a:defRPr sz="1350" b="1">
                <a:solidFill>
                  <a:srgbClr val="182235"/>
                </a:solidFill>
              </a:defRPr>
            </a:lvl7pPr>
            <a:lvl8pPr algn="l">
              <a:defRPr sz="1350" b="1">
                <a:solidFill>
                  <a:srgbClr val="182235"/>
                </a:solidFill>
              </a:defRPr>
            </a:lvl8pPr>
            <a:lvl9pPr algn="l">
              <a:defRPr sz="1350" b="1">
                <a:solidFill>
                  <a:srgbClr val="182235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82235"/>
                </a:solidFill>
              </a:defRPr>
            </a:pPr>
            <a:r>
              <a:rPr sz="1350" b="1">
                <a:solidFill>
                  <a:srgbClr val="182235"/>
                </a:solidFill>
              </a:rPr>
              <a:t>Student or cashier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393B02-5B09-4A60-83BF-D64EA5AE5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76550"/>
            <a:ext cx="1809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D6A7C"/>
                </a:solidFill>
              </a:defRPr>
            </a:defPPr>
            <a:lvl1pPr algn="l">
              <a:defRPr sz="1125" b="0">
                <a:solidFill>
                  <a:srgbClr val="5D6A7C"/>
                </a:solidFill>
              </a:defRPr>
            </a:lvl1pPr>
            <a:lvl2pPr algn="l">
              <a:defRPr sz="1125" b="0">
                <a:solidFill>
                  <a:srgbClr val="5D6A7C"/>
                </a:solidFill>
              </a:defRPr>
            </a:lvl2pPr>
            <a:lvl3pPr algn="l">
              <a:defRPr sz="1125" b="0">
                <a:solidFill>
                  <a:srgbClr val="5D6A7C"/>
                </a:solidFill>
              </a:defRPr>
            </a:lvl3pPr>
            <a:lvl4pPr algn="l">
              <a:defRPr sz="1125" b="0">
                <a:solidFill>
                  <a:srgbClr val="5D6A7C"/>
                </a:solidFill>
              </a:defRPr>
            </a:lvl4pPr>
            <a:lvl5pPr algn="l">
              <a:defRPr sz="1125" b="0">
                <a:solidFill>
                  <a:srgbClr val="5D6A7C"/>
                </a:solidFill>
              </a:defRPr>
            </a:lvl5pPr>
            <a:lvl6pPr algn="l">
              <a:defRPr sz="1125" b="0">
                <a:solidFill>
                  <a:srgbClr val="5D6A7C"/>
                </a:solidFill>
              </a:defRPr>
            </a:lvl6pPr>
            <a:lvl7pPr algn="l">
              <a:defRPr sz="1125" b="0">
                <a:solidFill>
                  <a:srgbClr val="5D6A7C"/>
                </a:solidFill>
              </a:defRPr>
            </a:lvl7pPr>
            <a:lvl8pPr algn="l">
              <a:defRPr sz="1125" b="0">
                <a:solidFill>
                  <a:srgbClr val="5D6A7C"/>
                </a:solidFill>
              </a:defRPr>
            </a:lvl8pPr>
            <a:lvl9pPr algn="l">
              <a:defRPr sz="1125" b="0">
                <a:solidFill>
                  <a:srgbClr val="5D6A7C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D6A7C"/>
                </a:solidFill>
              </a:defRPr>
            </a:pPr>
            <a:r>
              <a:rPr sz="1125" b="0">
                <a:solidFill>
                  <a:srgbClr val="5D6A7C"/>
                </a:solidFill>
              </a:rPr>
              <a:t>Creates the order and chooses a pickup slot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0249FF-B2A8-4210-A9A3-224D04856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71675"/>
            <a:ext cx="1695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9A4"/>
          </a:solidFill>
          <a:ln xmlns:a="http://schemas.openxmlformats.org/drawingml/2006/main" w="0">
            <a:solidFill>
              <a:srgbClr val="F6B9A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E3AA2F-D234-48DE-A928-92B530D1B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79070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542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</a:defRPr>
            </a:defPPr>
            <a:lvl1pPr algn="ctr">
              <a:defRPr sz="1350" b="1">
                <a:solidFill>
                  <a:srgbClr val="FFFFFF"/>
                </a:solidFill>
              </a:defRPr>
            </a:lvl1pPr>
            <a:lvl2pPr algn="ctr">
              <a:defRPr sz="1350" b="1">
                <a:solidFill>
                  <a:srgbClr val="FFFFFF"/>
                </a:solidFill>
              </a:defRPr>
            </a:lvl2pPr>
            <a:lvl3pPr algn="ctr">
              <a:defRPr sz="1350" b="1">
                <a:solidFill>
                  <a:srgbClr val="FFFFFF"/>
                </a:solidFill>
              </a:defRPr>
            </a:lvl3pPr>
            <a:lvl4pPr algn="ctr">
              <a:defRPr sz="1350" b="1">
                <a:solidFill>
                  <a:srgbClr val="FFFFFF"/>
                </a:solidFill>
              </a:defRPr>
            </a:lvl4pPr>
            <a:lvl5pPr algn="ctr">
              <a:defRPr sz="1350" b="1">
                <a:solidFill>
                  <a:srgbClr val="FFFFFF"/>
                </a:solidFill>
              </a:defRPr>
            </a:lvl5pPr>
            <a:lvl6pPr algn="ctr">
              <a:defRPr sz="1350" b="1">
                <a:solidFill>
                  <a:srgbClr val="FFFFFF"/>
                </a:solidFill>
              </a:defRPr>
            </a:lvl6pPr>
            <a:lvl7pPr algn="ctr">
              <a:defRPr sz="1350" b="1">
                <a:solidFill>
                  <a:srgbClr val="FFFFFF"/>
                </a:solidFill>
              </a:defRPr>
            </a:lvl7pPr>
            <a:lvl8pPr algn="ctr">
              <a:defRPr sz="1350" b="1">
                <a:solidFill>
                  <a:srgbClr val="FFFFFF"/>
                </a:solidFill>
              </a:defRPr>
            </a:lvl8pPr>
            <a:lvl9pPr algn="ctr">
              <a:defRPr sz="13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CC3E27-927E-475F-A124-1598888CF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362200"/>
            <a:ext cx="190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82235"/>
                </a:solidFill>
              </a:defRPr>
            </a:defPPr>
            <a:lvl1pPr algn="l">
              <a:defRPr sz="1350" b="1">
                <a:solidFill>
                  <a:srgbClr val="182235"/>
                </a:solidFill>
              </a:defRPr>
            </a:lvl1pPr>
            <a:lvl2pPr algn="l">
              <a:defRPr sz="1350" b="1">
                <a:solidFill>
                  <a:srgbClr val="182235"/>
                </a:solidFill>
              </a:defRPr>
            </a:lvl2pPr>
            <a:lvl3pPr algn="l">
              <a:defRPr sz="1350" b="1">
                <a:solidFill>
                  <a:srgbClr val="182235"/>
                </a:solidFill>
              </a:defRPr>
            </a:lvl3pPr>
            <a:lvl4pPr algn="l">
              <a:defRPr sz="1350" b="1">
                <a:solidFill>
                  <a:srgbClr val="182235"/>
                </a:solidFill>
              </a:defRPr>
            </a:lvl4pPr>
            <a:lvl5pPr algn="l">
              <a:defRPr sz="1350" b="1">
                <a:solidFill>
                  <a:srgbClr val="182235"/>
                </a:solidFill>
              </a:defRPr>
            </a:lvl5pPr>
            <a:lvl6pPr algn="l">
              <a:defRPr sz="1350" b="1">
                <a:solidFill>
                  <a:srgbClr val="182235"/>
                </a:solidFill>
              </a:defRPr>
            </a:lvl6pPr>
            <a:lvl7pPr algn="l">
              <a:defRPr sz="1350" b="1">
                <a:solidFill>
                  <a:srgbClr val="182235"/>
                </a:solidFill>
              </a:defRPr>
            </a:lvl7pPr>
            <a:lvl8pPr algn="l">
              <a:defRPr sz="1350" b="1">
                <a:solidFill>
                  <a:srgbClr val="182235"/>
                </a:solidFill>
              </a:defRPr>
            </a:lvl8pPr>
            <a:lvl9pPr algn="l">
              <a:defRPr sz="1350" b="1">
                <a:solidFill>
                  <a:srgbClr val="182235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82235"/>
                </a:solidFill>
              </a:defRPr>
            </a:pPr>
            <a:r>
              <a:rPr sz="1350" b="1">
                <a:solidFill>
                  <a:srgbClr val="182235"/>
                </a:solidFill>
              </a:rPr>
              <a:t>POS and gateway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A1D6B3-A464-454F-867C-643A1CC3B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876550"/>
            <a:ext cx="1809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D6A7C"/>
                </a:solidFill>
              </a:defRPr>
            </a:defPPr>
            <a:lvl1pPr algn="l">
              <a:defRPr sz="1125" b="0">
                <a:solidFill>
                  <a:srgbClr val="5D6A7C"/>
                </a:solidFill>
              </a:defRPr>
            </a:lvl1pPr>
            <a:lvl2pPr algn="l">
              <a:defRPr sz="1125" b="0">
                <a:solidFill>
                  <a:srgbClr val="5D6A7C"/>
                </a:solidFill>
              </a:defRPr>
            </a:lvl2pPr>
            <a:lvl3pPr algn="l">
              <a:defRPr sz="1125" b="0">
                <a:solidFill>
                  <a:srgbClr val="5D6A7C"/>
                </a:solidFill>
              </a:defRPr>
            </a:lvl3pPr>
            <a:lvl4pPr algn="l">
              <a:defRPr sz="1125" b="0">
                <a:solidFill>
                  <a:srgbClr val="5D6A7C"/>
                </a:solidFill>
              </a:defRPr>
            </a:lvl4pPr>
            <a:lvl5pPr algn="l">
              <a:defRPr sz="1125" b="0">
                <a:solidFill>
                  <a:srgbClr val="5D6A7C"/>
                </a:solidFill>
              </a:defRPr>
            </a:lvl5pPr>
            <a:lvl6pPr algn="l">
              <a:defRPr sz="1125" b="0">
                <a:solidFill>
                  <a:srgbClr val="5D6A7C"/>
                </a:solidFill>
              </a:defRPr>
            </a:lvl6pPr>
            <a:lvl7pPr algn="l">
              <a:defRPr sz="1125" b="0">
                <a:solidFill>
                  <a:srgbClr val="5D6A7C"/>
                </a:solidFill>
              </a:defRPr>
            </a:lvl7pPr>
            <a:lvl8pPr algn="l">
              <a:defRPr sz="1125" b="0">
                <a:solidFill>
                  <a:srgbClr val="5D6A7C"/>
                </a:solidFill>
              </a:defRPr>
            </a:lvl8pPr>
            <a:lvl9pPr algn="l">
              <a:defRPr sz="1125" b="0">
                <a:solidFill>
                  <a:srgbClr val="5D6A7C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D6A7C"/>
                </a:solidFill>
              </a:defRPr>
            </a:pPr>
            <a:r>
              <a:rPr sz="1125" b="0">
                <a:solidFill>
                  <a:srgbClr val="5D6A7C"/>
                </a:solidFill>
              </a:rPr>
              <a:t>Allocates the token and persists the transaction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3FF062-7345-4131-96D6-E9B1AFB4D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971675"/>
            <a:ext cx="1695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9A4"/>
          </a:solidFill>
          <a:ln xmlns:a="http://schemas.openxmlformats.org/drawingml/2006/main" w="0">
            <a:solidFill>
              <a:srgbClr val="F6B9A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954C8E-1769-4899-8301-61E96ADEC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79070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542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</a:defRPr>
            </a:defPPr>
            <a:lvl1pPr algn="ctr">
              <a:defRPr sz="1350" b="1">
                <a:solidFill>
                  <a:srgbClr val="FFFFFF"/>
                </a:solidFill>
              </a:defRPr>
            </a:lvl1pPr>
            <a:lvl2pPr algn="ctr">
              <a:defRPr sz="1350" b="1">
                <a:solidFill>
                  <a:srgbClr val="FFFFFF"/>
                </a:solidFill>
              </a:defRPr>
            </a:lvl2pPr>
            <a:lvl3pPr algn="ctr">
              <a:defRPr sz="1350" b="1">
                <a:solidFill>
                  <a:srgbClr val="FFFFFF"/>
                </a:solidFill>
              </a:defRPr>
            </a:lvl3pPr>
            <a:lvl4pPr algn="ctr">
              <a:defRPr sz="1350" b="1">
                <a:solidFill>
                  <a:srgbClr val="FFFFFF"/>
                </a:solidFill>
              </a:defRPr>
            </a:lvl4pPr>
            <a:lvl5pPr algn="ctr">
              <a:defRPr sz="1350" b="1">
                <a:solidFill>
                  <a:srgbClr val="FFFFFF"/>
                </a:solidFill>
              </a:defRPr>
            </a:lvl5pPr>
            <a:lvl6pPr algn="ctr">
              <a:defRPr sz="1350" b="1">
                <a:solidFill>
                  <a:srgbClr val="FFFFFF"/>
                </a:solidFill>
              </a:defRPr>
            </a:lvl6pPr>
            <a:lvl7pPr algn="ctr">
              <a:defRPr sz="1350" b="1">
                <a:solidFill>
                  <a:srgbClr val="FFFFFF"/>
                </a:solidFill>
              </a:defRPr>
            </a:lvl7pPr>
            <a:lvl8pPr algn="ctr">
              <a:defRPr sz="1350" b="1">
                <a:solidFill>
                  <a:srgbClr val="FFFFFF"/>
                </a:solidFill>
              </a:defRPr>
            </a:lvl8pPr>
            <a:lvl9pPr algn="ctr">
              <a:defRPr sz="13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5C5206-83A2-43AC-A5F8-39E44732F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362200"/>
            <a:ext cx="190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82235"/>
                </a:solidFill>
              </a:defRPr>
            </a:defPPr>
            <a:lvl1pPr algn="l">
              <a:defRPr sz="1350" b="1">
                <a:solidFill>
                  <a:srgbClr val="182235"/>
                </a:solidFill>
              </a:defRPr>
            </a:lvl1pPr>
            <a:lvl2pPr algn="l">
              <a:defRPr sz="1350" b="1">
                <a:solidFill>
                  <a:srgbClr val="182235"/>
                </a:solidFill>
              </a:defRPr>
            </a:lvl2pPr>
            <a:lvl3pPr algn="l">
              <a:defRPr sz="1350" b="1">
                <a:solidFill>
                  <a:srgbClr val="182235"/>
                </a:solidFill>
              </a:defRPr>
            </a:lvl3pPr>
            <a:lvl4pPr algn="l">
              <a:defRPr sz="1350" b="1">
                <a:solidFill>
                  <a:srgbClr val="182235"/>
                </a:solidFill>
              </a:defRPr>
            </a:lvl4pPr>
            <a:lvl5pPr algn="l">
              <a:defRPr sz="1350" b="1">
                <a:solidFill>
                  <a:srgbClr val="182235"/>
                </a:solidFill>
              </a:defRPr>
            </a:lvl5pPr>
            <a:lvl6pPr algn="l">
              <a:defRPr sz="1350" b="1">
                <a:solidFill>
                  <a:srgbClr val="182235"/>
                </a:solidFill>
              </a:defRPr>
            </a:lvl6pPr>
            <a:lvl7pPr algn="l">
              <a:defRPr sz="1350" b="1">
                <a:solidFill>
                  <a:srgbClr val="182235"/>
                </a:solidFill>
              </a:defRPr>
            </a:lvl7pPr>
            <a:lvl8pPr algn="l">
              <a:defRPr sz="1350" b="1">
                <a:solidFill>
                  <a:srgbClr val="182235"/>
                </a:solidFill>
              </a:defRPr>
            </a:lvl8pPr>
            <a:lvl9pPr algn="l">
              <a:defRPr sz="1350" b="1">
                <a:solidFill>
                  <a:srgbClr val="182235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82235"/>
                </a:solidFill>
              </a:defRPr>
            </a:pPr>
            <a:r>
              <a:rPr sz="1350" b="1">
                <a:solidFill>
                  <a:srgbClr val="182235"/>
                </a:solidFill>
              </a:rPr>
              <a:t>Kitchen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434A74-99AA-4A67-BF1D-4F905F73F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876550"/>
            <a:ext cx="1809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D6A7C"/>
                </a:solidFill>
              </a:defRPr>
            </a:defPPr>
            <a:lvl1pPr algn="l">
              <a:defRPr sz="1125" b="0">
                <a:solidFill>
                  <a:srgbClr val="5D6A7C"/>
                </a:solidFill>
              </a:defRPr>
            </a:lvl1pPr>
            <a:lvl2pPr algn="l">
              <a:defRPr sz="1125" b="0">
                <a:solidFill>
                  <a:srgbClr val="5D6A7C"/>
                </a:solidFill>
              </a:defRPr>
            </a:lvl2pPr>
            <a:lvl3pPr algn="l">
              <a:defRPr sz="1125" b="0">
                <a:solidFill>
                  <a:srgbClr val="5D6A7C"/>
                </a:solidFill>
              </a:defRPr>
            </a:lvl3pPr>
            <a:lvl4pPr algn="l">
              <a:defRPr sz="1125" b="0">
                <a:solidFill>
                  <a:srgbClr val="5D6A7C"/>
                </a:solidFill>
              </a:defRPr>
            </a:lvl4pPr>
            <a:lvl5pPr algn="l">
              <a:defRPr sz="1125" b="0">
                <a:solidFill>
                  <a:srgbClr val="5D6A7C"/>
                </a:solidFill>
              </a:defRPr>
            </a:lvl5pPr>
            <a:lvl6pPr algn="l">
              <a:defRPr sz="1125" b="0">
                <a:solidFill>
                  <a:srgbClr val="5D6A7C"/>
                </a:solidFill>
              </a:defRPr>
            </a:lvl6pPr>
            <a:lvl7pPr algn="l">
              <a:defRPr sz="1125" b="0">
                <a:solidFill>
                  <a:srgbClr val="5D6A7C"/>
                </a:solidFill>
              </a:defRPr>
            </a:lvl7pPr>
            <a:lvl8pPr algn="l">
              <a:defRPr sz="1125" b="0">
                <a:solidFill>
                  <a:srgbClr val="5D6A7C"/>
                </a:solidFill>
              </a:defRPr>
            </a:lvl8pPr>
            <a:lvl9pPr algn="l">
              <a:defRPr sz="1125" b="0">
                <a:solidFill>
                  <a:srgbClr val="5D6A7C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D6A7C"/>
                </a:solidFill>
              </a:defRPr>
            </a:pPr>
            <a:r>
              <a:rPr sz="1125" b="0">
                <a:solidFill>
                  <a:srgbClr val="5D6A7C"/>
                </a:solidFill>
              </a:rPr>
              <a:t>Moves the ticket through preparation and ready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0497BB-8B6D-472B-AE10-AE610883F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971675"/>
            <a:ext cx="1695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9A4"/>
          </a:solidFill>
          <a:ln xmlns:a="http://schemas.openxmlformats.org/drawingml/2006/main" w="0">
            <a:solidFill>
              <a:srgbClr val="F6B9A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24D722-E533-46DD-8FA1-BFAC8BFFA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542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</a:defRPr>
            </a:defPPr>
            <a:lvl1pPr algn="ctr">
              <a:defRPr sz="1350" b="1">
                <a:solidFill>
                  <a:srgbClr val="FFFFFF"/>
                </a:solidFill>
              </a:defRPr>
            </a:lvl1pPr>
            <a:lvl2pPr algn="ctr">
              <a:defRPr sz="1350" b="1">
                <a:solidFill>
                  <a:srgbClr val="FFFFFF"/>
                </a:solidFill>
              </a:defRPr>
            </a:lvl2pPr>
            <a:lvl3pPr algn="ctr">
              <a:defRPr sz="1350" b="1">
                <a:solidFill>
                  <a:srgbClr val="FFFFFF"/>
                </a:solidFill>
              </a:defRPr>
            </a:lvl3pPr>
            <a:lvl4pPr algn="ctr">
              <a:defRPr sz="1350" b="1">
                <a:solidFill>
                  <a:srgbClr val="FFFFFF"/>
                </a:solidFill>
              </a:defRPr>
            </a:lvl4pPr>
            <a:lvl5pPr algn="ctr">
              <a:defRPr sz="1350" b="1">
                <a:solidFill>
                  <a:srgbClr val="FFFFFF"/>
                </a:solidFill>
              </a:defRPr>
            </a:lvl5pPr>
            <a:lvl6pPr algn="ctr">
              <a:defRPr sz="1350" b="1">
                <a:solidFill>
                  <a:srgbClr val="FFFFFF"/>
                </a:solidFill>
              </a:defRPr>
            </a:lvl6pPr>
            <a:lvl7pPr algn="ctr">
              <a:defRPr sz="1350" b="1">
                <a:solidFill>
                  <a:srgbClr val="FFFFFF"/>
                </a:solidFill>
              </a:defRPr>
            </a:lvl7pPr>
            <a:lvl8pPr algn="ctr">
              <a:defRPr sz="1350" b="1">
                <a:solidFill>
                  <a:srgbClr val="FFFFFF"/>
                </a:solidFill>
              </a:defRPr>
            </a:lvl8pPr>
            <a:lvl9pPr algn="ctr">
              <a:defRPr sz="13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C52237-2ECA-4598-A315-0340CCDDE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62200"/>
            <a:ext cx="190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82235"/>
                </a:solidFill>
              </a:defRPr>
            </a:defPPr>
            <a:lvl1pPr algn="l">
              <a:defRPr sz="1350" b="1">
                <a:solidFill>
                  <a:srgbClr val="182235"/>
                </a:solidFill>
              </a:defRPr>
            </a:lvl1pPr>
            <a:lvl2pPr algn="l">
              <a:defRPr sz="1350" b="1">
                <a:solidFill>
                  <a:srgbClr val="182235"/>
                </a:solidFill>
              </a:defRPr>
            </a:lvl2pPr>
            <a:lvl3pPr algn="l">
              <a:defRPr sz="1350" b="1">
                <a:solidFill>
                  <a:srgbClr val="182235"/>
                </a:solidFill>
              </a:defRPr>
            </a:lvl3pPr>
            <a:lvl4pPr algn="l">
              <a:defRPr sz="1350" b="1">
                <a:solidFill>
                  <a:srgbClr val="182235"/>
                </a:solidFill>
              </a:defRPr>
            </a:lvl4pPr>
            <a:lvl5pPr algn="l">
              <a:defRPr sz="1350" b="1">
                <a:solidFill>
                  <a:srgbClr val="182235"/>
                </a:solidFill>
              </a:defRPr>
            </a:lvl5pPr>
            <a:lvl6pPr algn="l">
              <a:defRPr sz="1350" b="1">
                <a:solidFill>
                  <a:srgbClr val="182235"/>
                </a:solidFill>
              </a:defRPr>
            </a:lvl6pPr>
            <a:lvl7pPr algn="l">
              <a:defRPr sz="1350" b="1">
                <a:solidFill>
                  <a:srgbClr val="182235"/>
                </a:solidFill>
              </a:defRPr>
            </a:lvl7pPr>
            <a:lvl8pPr algn="l">
              <a:defRPr sz="1350" b="1">
                <a:solidFill>
                  <a:srgbClr val="182235"/>
                </a:solidFill>
              </a:defRPr>
            </a:lvl8pPr>
            <a:lvl9pPr algn="l">
              <a:defRPr sz="1350" b="1">
                <a:solidFill>
                  <a:srgbClr val="182235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82235"/>
                </a:solidFill>
              </a:defRPr>
            </a:pPr>
            <a:r>
              <a:rPr sz="1350" b="1">
                <a:solidFill>
                  <a:srgbClr val="182235"/>
                </a:solidFill>
              </a:rPr>
              <a:t>Student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5C93D2-9857-4B2B-850C-70F1DE7F2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76550"/>
            <a:ext cx="1809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D6A7C"/>
                </a:solidFill>
              </a:defRPr>
            </a:defPPr>
            <a:lvl1pPr algn="l">
              <a:defRPr sz="1125" b="0">
                <a:solidFill>
                  <a:srgbClr val="5D6A7C"/>
                </a:solidFill>
              </a:defRPr>
            </a:lvl1pPr>
            <a:lvl2pPr algn="l">
              <a:defRPr sz="1125" b="0">
                <a:solidFill>
                  <a:srgbClr val="5D6A7C"/>
                </a:solidFill>
              </a:defRPr>
            </a:lvl2pPr>
            <a:lvl3pPr algn="l">
              <a:defRPr sz="1125" b="0">
                <a:solidFill>
                  <a:srgbClr val="5D6A7C"/>
                </a:solidFill>
              </a:defRPr>
            </a:lvl3pPr>
            <a:lvl4pPr algn="l">
              <a:defRPr sz="1125" b="0">
                <a:solidFill>
                  <a:srgbClr val="5D6A7C"/>
                </a:solidFill>
              </a:defRPr>
            </a:lvl4pPr>
            <a:lvl5pPr algn="l">
              <a:defRPr sz="1125" b="0">
                <a:solidFill>
                  <a:srgbClr val="5D6A7C"/>
                </a:solidFill>
              </a:defRPr>
            </a:lvl5pPr>
            <a:lvl6pPr algn="l">
              <a:defRPr sz="1125" b="0">
                <a:solidFill>
                  <a:srgbClr val="5D6A7C"/>
                </a:solidFill>
              </a:defRPr>
            </a:lvl6pPr>
            <a:lvl7pPr algn="l">
              <a:defRPr sz="1125" b="0">
                <a:solidFill>
                  <a:srgbClr val="5D6A7C"/>
                </a:solidFill>
              </a:defRPr>
            </a:lvl7pPr>
            <a:lvl8pPr algn="l">
              <a:defRPr sz="1125" b="0">
                <a:solidFill>
                  <a:srgbClr val="5D6A7C"/>
                </a:solidFill>
              </a:defRPr>
            </a:lvl8pPr>
            <a:lvl9pPr algn="l">
              <a:defRPr sz="1125" b="0">
                <a:solidFill>
                  <a:srgbClr val="5D6A7C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D6A7C"/>
                </a:solidFill>
              </a:defRPr>
            </a:pPr>
            <a:r>
              <a:rPr sz="1125" b="0">
                <a:solidFill>
                  <a:srgbClr val="5D6A7C"/>
                </a:solidFill>
              </a:rPr>
              <a:t>Receives the ready alert and shows the token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3C3BCB-D1FB-453A-93D0-7A39C3AE7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971675"/>
            <a:ext cx="1695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9A4"/>
          </a:solidFill>
          <a:ln xmlns:a="http://schemas.openxmlformats.org/drawingml/2006/main" w="0">
            <a:solidFill>
              <a:srgbClr val="F6B9A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95E2B6-213D-4C11-B69C-6A3A56FC2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79070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542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</a:defRPr>
            </a:defPPr>
            <a:lvl1pPr algn="ctr">
              <a:defRPr sz="1350" b="1">
                <a:solidFill>
                  <a:srgbClr val="FFFFFF"/>
                </a:solidFill>
              </a:defRPr>
            </a:lvl1pPr>
            <a:lvl2pPr algn="ctr">
              <a:defRPr sz="1350" b="1">
                <a:solidFill>
                  <a:srgbClr val="FFFFFF"/>
                </a:solidFill>
              </a:defRPr>
            </a:lvl2pPr>
            <a:lvl3pPr algn="ctr">
              <a:defRPr sz="1350" b="1">
                <a:solidFill>
                  <a:srgbClr val="FFFFFF"/>
                </a:solidFill>
              </a:defRPr>
            </a:lvl3pPr>
            <a:lvl4pPr algn="ctr">
              <a:defRPr sz="1350" b="1">
                <a:solidFill>
                  <a:srgbClr val="FFFFFF"/>
                </a:solidFill>
              </a:defRPr>
            </a:lvl4pPr>
            <a:lvl5pPr algn="ctr">
              <a:defRPr sz="1350" b="1">
                <a:solidFill>
                  <a:srgbClr val="FFFFFF"/>
                </a:solidFill>
              </a:defRPr>
            </a:lvl5pPr>
            <a:lvl6pPr algn="ctr">
              <a:defRPr sz="1350" b="1">
                <a:solidFill>
                  <a:srgbClr val="FFFFFF"/>
                </a:solidFill>
              </a:defRPr>
            </a:lvl6pPr>
            <a:lvl7pPr algn="ctr">
              <a:defRPr sz="1350" b="1">
                <a:solidFill>
                  <a:srgbClr val="FFFFFF"/>
                </a:solidFill>
              </a:defRPr>
            </a:lvl7pPr>
            <a:lvl8pPr algn="ctr">
              <a:defRPr sz="1350" b="1">
                <a:solidFill>
                  <a:srgbClr val="FFFFFF"/>
                </a:solidFill>
              </a:defRPr>
            </a:lvl8pPr>
            <a:lvl9pPr algn="ctr">
              <a:defRPr sz="13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B5CBB4-AE2A-4B94-8CC3-44C96686C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362200"/>
            <a:ext cx="190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82235"/>
                </a:solidFill>
              </a:defRPr>
            </a:defPPr>
            <a:lvl1pPr algn="l">
              <a:defRPr sz="1350" b="1">
                <a:solidFill>
                  <a:srgbClr val="182235"/>
                </a:solidFill>
              </a:defRPr>
            </a:lvl1pPr>
            <a:lvl2pPr algn="l">
              <a:defRPr sz="1350" b="1">
                <a:solidFill>
                  <a:srgbClr val="182235"/>
                </a:solidFill>
              </a:defRPr>
            </a:lvl2pPr>
            <a:lvl3pPr algn="l">
              <a:defRPr sz="1350" b="1">
                <a:solidFill>
                  <a:srgbClr val="182235"/>
                </a:solidFill>
              </a:defRPr>
            </a:lvl3pPr>
            <a:lvl4pPr algn="l">
              <a:defRPr sz="1350" b="1">
                <a:solidFill>
                  <a:srgbClr val="182235"/>
                </a:solidFill>
              </a:defRPr>
            </a:lvl4pPr>
            <a:lvl5pPr algn="l">
              <a:defRPr sz="1350" b="1">
                <a:solidFill>
                  <a:srgbClr val="182235"/>
                </a:solidFill>
              </a:defRPr>
            </a:lvl5pPr>
            <a:lvl6pPr algn="l">
              <a:defRPr sz="1350" b="1">
                <a:solidFill>
                  <a:srgbClr val="182235"/>
                </a:solidFill>
              </a:defRPr>
            </a:lvl6pPr>
            <a:lvl7pPr algn="l">
              <a:defRPr sz="1350" b="1">
                <a:solidFill>
                  <a:srgbClr val="182235"/>
                </a:solidFill>
              </a:defRPr>
            </a:lvl7pPr>
            <a:lvl8pPr algn="l">
              <a:defRPr sz="1350" b="1">
                <a:solidFill>
                  <a:srgbClr val="182235"/>
                </a:solidFill>
              </a:defRPr>
            </a:lvl8pPr>
            <a:lvl9pPr algn="l">
              <a:defRPr sz="1350" b="1">
                <a:solidFill>
                  <a:srgbClr val="182235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82235"/>
                </a:solidFill>
              </a:defRPr>
            </a:pPr>
            <a:r>
              <a:rPr sz="1350" b="1">
                <a:solidFill>
                  <a:srgbClr val="182235"/>
                </a:solidFill>
              </a:rPr>
              <a:t>Counter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936013-C20D-4AE5-8E5E-990989CEC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876550"/>
            <a:ext cx="1809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0">
                <a:solidFill>
                  <a:srgbClr val="5D6A7C"/>
                </a:solidFill>
              </a:defRPr>
            </a:defPPr>
            <a:lvl1pPr algn="l">
              <a:defRPr sz="1125" b="0">
                <a:solidFill>
                  <a:srgbClr val="5D6A7C"/>
                </a:solidFill>
              </a:defRPr>
            </a:lvl1pPr>
            <a:lvl2pPr algn="l">
              <a:defRPr sz="1125" b="0">
                <a:solidFill>
                  <a:srgbClr val="5D6A7C"/>
                </a:solidFill>
              </a:defRPr>
            </a:lvl2pPr>
            <a:lvl3pPr algn="l">
              <a:defRPr sz="1125" b="0">
                <a:solidFill>
                  <a:srgbClr val="5D6A7C"/>
                </a:solidFill>
              </a:defRPr>
            </a:lvl3pPr>
            <a:lvl4pPr algn="l">
              <a:defRPr sz="1125" b="0">
                <a:solidFill>
                  <a:srgbClr val="5D6A7C"/>
                </a:solidFill>
              </a:defRPr>
            </a:lvl4pPr>
            <a:lvl5pPr algn="l">
              <a:defRPr sz="1125" b="0">
                <a:solidFill>
                  <a:srgbClr val="5D6A7C"/>
                </a:solidFill>
              </a:defRPr>
            </a:lvl5pPr>
            <a:lvl6pPr algn="l">
              <a:defRPr sz="1125" b="0">
                <a:solidFill>
                  <a:srgbClr val="5D6A7C"/>
                </a:solidFill>
              </a:defRPr>
            </a:lvl6pPr>
            <a:lvl7pPr algn="l">
              <a:defRPr sz="1125" b="0">
                <a:solidFill>
                  <a:srgbClr val="5D6A7C"/>
                </a:solidFill>
              </a:defRPr>
            </a:lvl7pPr>
            <a:lvl8pPr algn="l">
              <a:defRPr sz="1125" b="0">
                <a:solidFill>
                  <a:srgbClr val="5D6A7C"/>
                </a:solidFill>
              </a:defRPr>
            </a:lvl8pPr>
            <a:lvl9pPr algn="l">
              <a:defRPr sz="1125" b="0">
                <a:solidFill>
                  <a:srgbClr val="5D6A7C"/>
                </a:solidFill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D6A7C"/>
                </a:solidFill>
              </a:defRPr>
            </a:pPr>
            <a:r>
              <a:rPr sz="1125" b="0">
                <a:solidFill>
                  <a:srgbClr val="5D6A7C"/>
                </a:solidFill>
              </a:rPr>
              <a:t>Marks collection and closes the operational loop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A44924-438C-4A7C-A178-692825D6C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109728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21324B"/>
          </a:solidFill>
          <a:ln xmlns:a="http://schemas.openxmlformats.org/drawingml/2006/main" w="9525">
            <a:solidFill>
              <a:srgbClr val="21324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9E3D1D-71E0-4CD8-99D2-DF178BEC0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5775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FFFFFF"/>
                </a:solidFill>
              </a:defRPr>
            </a:defPPr>
            <a:lvl1pPr algn="l">
              <a:defRPr sz="1275" b="1">
                <a:solidFill>
                  <a:srgbClr val="FFFFFF"/>
                </a:solidFill>
              </a:defRPr>
            </a:lvl1pPr>
            <a:lvl2pPr algn="l">
              <a:defRPr sz="1275" b="1">
                <a:solidFill>
                  <a:srgbClr val="FFFFFF"/>
                </a:solidFill>
              </a:defRPr>
            </a:lvl2pPr>
            <a:lvl3pPr algn="l">
              <a:defRPr sz="1275" b="1">
                <a:solidFill>
                  <a:srgbClr val="FFFFFF"/>
                </a:solidFill>
              </a:defRPr>
            </a:lvl3pPr>
            <a:lvl4pPr algn="l">
              <a:defRPr sz="1275" b="1">
                <a:solidFill>
                  <a:srgbClr val="FFFFFF"/>
                </a:solidFill>
              </a:defRPr>
            </a:lvl4pPr>
            <a:lvl5pPr algn="l">
              <a:defRPr sz="1275" b="1">
                <a:solidFill>
                  <a:srgbClr val="FFFFFF"/>
                </a:solidFill>
              </a:defRPr>
            </a:lvl5pPr>
            <a:lvl6pPr algn="l">
              <a:defRPr sz="1275" b="1">
                <a:solidFill>
                  <a:srgbClr val="FFFFFF"/>
                </a:solidFill>
              </a:defRPr>
            </a:lvl6pPr>
            <a:lvl7pPr algn="l">
              <a:defRPr sz="1275" b="1">
                <a:solidFill>
                  <a:srgbClr val="FFFFFF"/>
                </a:solidFill>
              </a:defRPr>
            </a:lvl7pPr>
            <a:lvl8pPr algn="l">
              <a:defRPr sz="1275" b="1">
                <a:solidFill>
                  <a:srgbClr val="FFFFFF"/>
                </a:solidFill>
              </a:defRPr>
            </a:lvl8pPr>
            <a:lvl9pPr algn="l">
              <a:defRPr sz="12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Placed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B8F217-D47F-4090-BEB8-C450FC06D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8577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FFFFFF"/>
                </a:solidFill>
              </a:defRPr>
            </a:defPPr>
            <a:lvl1pPr algn="l">
              <a:defRPr sz="1275" b="1">
                <a:solidFill>
                  <a:srgbClr val="FFFFFF"/>
                </a:solidFill>
              </a:defRPr>
            </a:lvl1pPr>
            <a:lvl2pPr algn="l">
              <a:defRPr sz="1275" b="1">
                <a:solidFill>
                  <a:srgbClr val="FFFFFF"/>
                </a:solidFill>
              </a:defRPr>
            </a:lvl2pPr>
            <a:lvl3pPr algn="l">
              <a:defRPr sz="1275" b="1">
                <a:solidFill>
                  <a:srgbClr val="FFFFFF"/>
                </a:solidFill>
              </a:defRPr>
            </a:lvl3pPr>
            <a:lvl4pPr algn="l">
              <a:defRPr sz="1275" b="1">
                <a:solidFill>
                  <a:srgbClr val="FFFFFF"/>
                </a:solidFill>
              </a:defRPr>
            </a:lvl4pPr>
            <a:lvl5pPr algn="l">
              <a:defRPr sz="1275" b="1">
                <a:solidFill>
                  <a:srgbClr val="FFFFFF"/>
                </a:solidFill>
              </a:defRPr>
            </a:lvl5pPr>
            <a:lvl6pPr algn="l">
              <a:defRPr sz="1275" b="1">
                <a:solidFill>
                  <a:srgbClr val="FFFFFF"/>
                </a:solidFill>
              </a:defRPr>
            </a:lvl6pPr>
            <a:lvl7pPr algn="l">
              <a:defRPr sz="1275" b="1">
                <a:solidFill>
                  <a:srgbClr val="FFFFFF"/>
                </a:solidFill>
              </a:defRPr>
            </a:lvl7pPr>
            <a:lvl8pPr algn="l">
              <a:defRPr sz="1275" b="1">
                <a:solidFill>
                  <a:srgbClr val="FFFFFF"/>
                </a:solidFill>
              </a:defRPr>
            </a:lvl8pPr>
            <a:lvl9pPr algn="l">
              <a:defRPr sz="12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Confirmed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8135B58-942F-4C1E-8CBA-D4FF777AD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8577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FFFFFF"/>
                </a:solidFill>
              </a:defRPr>
            </a:defPPr>
            <a:lvl1pPr algn="l">
              <a:defRPr sz="1275" b="1">
                <a:solidFill>
                  <a:srgbClr val="FFFFFF"/>
                </a:solidFill>
              </a:defRPr>
            </a:lvl1pPr>
            <a:lvl2pPr algn="l">
              <a:defRPr sz="1275" b="1">
                <a:solidFill>
                  <a:srgbClr val="FFFFFF"/>
                </a:solidFill>
              </a:defRPr>
            </a:lvl2pPr>
            <a:lvl3pPr algn="l">
              <a:defRPr sz="1275" b="1">
                <a:solidFill>
                  <a:srgbClr val="FFFFFF"/>
                </a:solidFill>
              </a:defRPr>
            </a:lvl3pPr>
            <a:lvl4pPr algn="l">
              <a:defRPr sz="1275" b="1">
                <a:solidFill>
                  <a:srgbClr val="FFFFFF"/>
                </a:solidFill>
              </a:defRPr>
            </a:lvl4pPr>
            <a:lvl5pPr algn="l">
              <a:defRPr sz="1275" b="1">
                <a:solidFill>
                  <a:srgbClr val="FFFFFF"/>
                </a:solidFill>
              </a:defRPr>
            </a:lvl5pPr>
            <a:lvl6pPr algn="l">
              <a:defRPr sz="1275" b="1">
                <a:solidFill>
                  <a:srgbClr val="FFFFFF"/>
                </a:solidFill>
              </a:defRPr>
            </a:lvl6pPr>
            <a:lvl7pPr algn="l">
              <a:defRPr sz="1275" b="1">
                <a:solidFill>
                  <a:srgbClr val="FFFFFF"/>
                </a:solidFill>
              </a:defRPr>
            </a:lvl7pPr>
            <a:lvl8pPr algn="l">
              <a:defRPr sz="1275" b="1">
                <a:solidFill>
                  <a:srgbClr val="FFFFFF"/>
                </a:solidFill>
              </a:defRPr>
            </a:lvl8pPr>
            <a:lvl9pPr algn="l">
              <a:defRPr sz="12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Preparing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F30E4E1-1367-4380-BD52-63E5E41F2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8577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FFC2AA"/>
                </a:solidFill>
              </a:defRPr>
            </a:defPPr>
            <a:lvl1pPr algn="l">
              <a:defRPr sz="1275" b="1">
                <a:solidFill>
                  <a:srgbClr val="FFC2AA"/>
                </a:solidFill>
              </a:defRPr>
            </a:lvl1pPr>
            <a:lvl2pPr algn="l">
              <a:defRPr sz="1275" b="1">
                <a:solidFill>
                  <a:srgbClr val="FFC2AA"/>
                </a:solidFill>
              </a:defRPr>
            </a:lvl2pPr>
            <a:lvl3pPr algn="l">
              <a:defRPr sz="1275" b="1">
                <a:solidFill>
                  <a:srgbClr val="FFC2AA"/>
                </a:solidFill>
              </a:defRPr>
            </a:lvl3pPr>
            <a:lvl4pPr algn="l">
              <a:defRPr sz="1275" b="1">
                <a:solidFill>
                  <a:srgbClr val="FFC2AA"/>
                </a:solidFill>
              </a:defRPr>
            </a:lvl4pPr>
            <a:lvl5pPr algn="l">
              <a:defRPr sz="1275" b="1">
                <a:solidFill>
                  <a:srgbClr val="FFC2AA"/>
                </a:solidFill>
              </a:defRPr>
            </a:lvl5pPr>
            <a:lvl6pPr algn="l">
              <a:defRPr sz="1275" b="1">
                <a:solidFill>
                  <a:srgbClr val="FFC2AA"/>
                </a:solidFill>
              </a:defRPr>
            </a:lvl6pPr>
            <a:lvl7pPr algn="l">
              <a:defRPr sz="1275" b="1">
                <a:solidFill>
                  <a:srgbClr val="FFC2AA"/>
                </a:solidFill>
              </a:defRPr>
            </a:lvl7pPr>
            <a:lvl8pPr algn="l">
              <a:defRPr sz="1275" b="1">
                <a:solidFill>
                  <a:srgbClr val="FFC2AA"/>
                </a:solidFill>
              </a:defRPr>
            </a:lvl8pPr>
            <a:lvl9pPr algn="l">
              <a:defRPr sz="1275" b="1">
                <a:solidFill>
                  <a:srgbClr val="FFC2AA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FFC2AA"/>
                </a:solidFill>
              </a:defRPr>
            </a:pPr>
            <a:r>
              <a:rPr sz="1275" b="1">
                <a:solidFill>
                  <a:srgbClr val="FFC2AA"/>
                </a:solidFill>
              </a:rPr>
              <a:t>Ready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27D233B-A1FA-4DD3-945A-FBAA98547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8577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FFFFFF"/>
                </a:solidFill>
              </a:defRPr>
            </a:defPPr>
            <a:lvl1pPr algn="l">
              <a:defRPr sz="1275" b="1">
                <a:solidFill>
                  <a:srgbClr val="FFFFFF"/>
                </a:solidFill>
              </a:defRPr>
            </a:lvl1pPr>
            <a:lvl2pPr algn="l">
              <a:defRPr sz="1275" b="1">
                <a:solidFill>
                  <a:srgbClr val="FFFFFF"/>
                </a:solidFill>
              </a:defRPr>
            </a:lvl2pPr>
            <a:lvl3pPr algn="l">
              <a:defRPr sz="1275" b="1">
                <a:solidFill>
                  <a:srgbClr val="FFFFFF"/>
                </a:solidFill>
              </a:defRPr>
            </a:lvl3pPr>
            <a:lvl4pPr algn="l">
              <a:defRPr sz="1275" b="1">
                <a:solidFill>
                  <a:srgbClr val="FFFFFF"/>
                </a:solidFill>
              </a:defRPr>
            </a:lvl4pPr>
            <a:lvl5pPr algn="l">
              <a:defRPr sz="1275" b="1">
                <a:solidFill>
                  <a:srgbClr val="FFFFFF"/>
                </a:solidFill>
              </a:defRPr>
            </a:lvl5pPr>
            <a:lvl6pPr algn="l">
              <a:defRPr sz="1275" b="1">
                <a:solidFill>
                  <a:srgbClr val="FFFFFF"/>
                </a:solidFill>
              </a:defRPr>
            </a:lvl6pPr>
            <a:lvl7pPr algn="l">
              <a:defRPr sz="1275" b="1">
                <a:solidFill>
                  <a:srgbClr val="FFFFFF"/>
                </a:solidFill>
              </a:defRPr>
            </a:lvl7pPr>
            <a:lvl8pPr algn="l">
              <a:defRPr sz="1275" b="1">
                <a:solidFill>
                  <a:srgbClr val="FFFFFF"/>
                </a:solidFill>
              </a:defRPr>
            </a:lvl8pPr>
            <a:lvl9pPr algn="l">
              <a:defRPr sz="12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Collected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487D6CF-6402-4CD9-BD2F-E7458CADE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>
                <a:solidFill>
                  <a:srgbClr val="95A0AF"/>
                </a:solidFill>
              </a:defRPr>
            </a:defPPr>
            <a:lvl1pPr algn="r">
              <a:defRPr sz="825" b="1">
                <a:solidFill>
                  <a:srgbClr val="95A0AF"/>
                </a:solidFill>
              </a:defRPr>
            </a:lvl1pPr>
            <a:lvl2pPr algn="r">
              <a:defRPr sz="825" b="1">
                <a:solidFill>
                  <a:srgbClr val="95A0AF"/>
                </a:solidFill>
              </a:defRPr>
            </a:lvl2pPr>
            <a:lvl3pPr algn="r">
              <a:defRPr sz="825" b="1">
                <a:solidFill>
                  <a:srgbClr val="95A0AF"/>
                </a:solidFill>
              </a:defRPr>
            </a:lvl3pPr>
            <a:lvl4pPr algn="r">
              <a:defRPr sz="825" b="1">
                <a:solidFill>
                  <a:srgbClr val="95A0AF"/>
                </a:solidFill>
              </a:defRPr>
            </a:lvl4pPr>
            <a:lvl5pPr algn="r">
              <a:defRPr sz="825" b="1">
                <a:solidFill>
                  <a:srgbClr val="95A0AF"/>
                </a:solidFill>
              </a:defRPr>
            </a:lvl5pPr>
            <a:lvl6pPr algn="r">
              <a:defRPr sz="825" b="1">
                <a:solidFill>
                  <a:srgbClr val="95A0AF"/>
                </a:solidFill>
              </a:defRPr>
            </a:lvl6pPr>
            <a:lvl7pPr algn="r">
              <a:defRPr sz="825" b="1">
                <a:solidFill>
                  <a:srgbClr val="95A0AF"/>
                </a:solidFill>
              </a:defRPr>
            </a:lvl7pPr>
            <a:lvl8pPr algn="r">
              <a:defRPr sz="825" b="1">
                <a:solidFill>
                  <a:srgbClr val="95A0AF"/>
                </a:solidFill>
              </a:defRPr>
            </a:lvl8pPr>
            <a:lvl9pPr algn="r">
              <a:defRPr sz="825" b="1">
                <a:solidFill>
                  <a:srgbClr val="95A0AF"/>
                </a:solidFill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95A0AF"/>
                </a:solidFill>
              </a:defRPr>
            </a:pPr>
            <a:r>
              <a:rPr sz="825" b="1">
                <a:solidFill>
                  <a:srgbClr val="95A0AF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98726525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664E1B9-C873-4A12-B097-A90E5F529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182235"/>
                </a:solidFill>
              </a:defRPr>
            </a:defPPr>
            <a:lvl1pPr algn="l">
              <a:defRPr sz="2550" b="1">
                <a:solidFill>
                  <a:srgbClr val="182235"/>
                </a:solidFill>
              </a:defRPr>
            </a:lvl1pPr>
            <a:lvl2pPr algn="l">
              <a:defRPr sz="2550" b="1">
                <a:solidFill>
                  <a:srgbClr val="182235"/>
                </a:solidFill>
              </a:defRPr>
            </a:lvl2pPr>
            <a:lvl3pPr algn="l">
              <a:defRPr sz="2550" b="1">
                <a:solidFill>
                  <a:srgbClr val="182235"/>
                </a:solidFill>
              </a:defRPr>
            </a:lvl3pPr>
            <a:lvl4pPr algn="l">
              <a:defRPr sz="2550" b="1">
                <a:solidFill>
                  <a:srgbClr val="182235"/>
                </a:solidFill>
              </a:defRPr>
            </a:lvl4pPr>
            <a:lvl5pPr algn="l">
              <a:defRPr sz="2550" b="1">
                <a:solidFill>
                  <a:srgbClr val="182235"/>
                </a:solidFill>
              </a:defRPr>
            </a:lvl5pPr>
            <a:lvl6pPr algn="l">
              <a:defRPr sz="2550" b="1">
                <a:solidFill>
                  <a:srgbClr val="182235"/>
                </a:solidFill>
              </a:defRPr>
            </a:lvl6pPr>
            <a:lvl7pPr algn="l">
              <a:defRPr sz="2550" b="1">
                <a:solidFill>
                  <a:srgbClr val="182235"/>
                </a:solidFill>
              </a:defRPr>
            </a:lvl7pPr>
            <a:lvl8pPr algn="l">
              <a:defRPr sz="2550" b="1">
                <a:solidFill>
                  <a:srgbClr val="182235"/>
                </a:solidFill>
              </a:defRPr>
            </a:lvl8pPr>
            <a:lvl9pPr algn="l">
              <a:defRPr sz="2550" b="1">
                <a:solidFill>
                  <a:srgbClr val="182235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82235"/>
                </a:solidFill>
              </a:defRPr>
            </a:pPr>
            <a:r>
              <a:rPr sz="2550" b="1">
                <a:solidFill>
                  <a:srgbClr val="182235"/>
                </a:solidFill>
              </a:rPr>
              <a:t>Each canteen operates independently on one platform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42BBDA-8CB6-433B-BDFB-DA5DD35BA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42975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5D6A7C"/>
                </a:solidFill>
              </a:defRPr>
            </a:defPPr>
            <a:lvl1pPr algn="l">
              <a:defRPr sz="1275" b="0">
                <a:solidFill>
                  <a:srgbClr val="5D6A7C"/>
                </a:solidFill>
              </a:defRPr>
            </a:lvl1pPr>
            <a:lvl2pPr algn="l">
              <a:defRPr sz="1275" b="0">
                <a:solidFill>
                  <a:srgbClr val="5D6A7C"/>
                </a:solidFill>
              </a:defRPr>
            </a:lvl2pPr>
            <a:lvl3pPr algn="l">
              <a:defRPr sz="1275" b="0">
                <a:solidFill>
                  <a:srgbClr val="5D6A7C"/>
                </a:solidFill>
              </a:defRPr>
            </a:lvl3pPr>
            <a:lvl4pPr algn="l">
              <a:defRPr sz="1275" b="0">
                <a:solidFill>
                  <a:srgbClr val="5D6A7C"/>
                </a:solidFill>
              </a:defRPr>
            </a:lvl4pPr>
            <a:lvl5pPr algn="l">
              <a:defRPr sz="1275" b="0">
                <a:solidFill>
                  <a:srgbClr val="5D6A7C"/>
                </a:solidFill>
              </a:defRPr>
            </a:lvl5pPr>
            <a:lvl6pPr algn="l">
              <a:defRPr sz="1275" b="0">
                <a:solidFill>
                  <a:srgbClr val="5D6A7C"/>
                </a:solidFill>
              </a:defRPr>
            </a:lvl6pPr>
            <a:lvl7pPr algn="l">
              <a:defRPr sz="1275" b="0">
                <a:solidFill>
                  <a:srgbClr val="5D6A7C"/>
                </a:solidFill>
              </a:defRPr>
            </a:lvl7pPr>
            <a:lvl8pPr algn="l">
              <a:defRPr sz="1275" b="0">
                <a:solidFill>
                  <a:srgbClr val="5D6A7C"/>
                </a:solidFill>
              </a:defRPr>
            </a:lvl8pPr>
            <a:lvl9pPr algn="l">
              <a:defRPr sz="1275" b="0">
                <a:solidFill>
                  <a:srgbClr val="5D6A7C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D6A7C"/>
                </a:solidFill>
              </a:defRPr>
            </a:pPr>
            <a:r>
              <a:rPr sz="1275" b="0">
                <a:solidFill>
                  <a:srgbClr val="5D6A7C"/>
                </a:solidFill>
              </a:rPr>
              <a:t>Cloud control connects campuses while each outlet keeps its own local operating unit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C22C29-560C-43B1-BF8D-596DA3B0E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76250"/>
            <a:ext cx="81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75" b="1">
                <a:solidFill>
                  <a:srgbClr val="F2542D"/>
                </a:solidFill>
              </a:defRPr>
            </a:defPPr>
            <a:lvl1pPr algn="r">
              <a:defRPr sz="975" b="1">
                <a:solidFill>
                  <a:srgbClr val="F2542D"/>
                </a:solidFill>
              </a:defRPr>
            </a:lvl1pPr>
            <a:lvl2pPr algn="r">
              <a:defRPr sz="975" b="1">
                <a:solidFill>
                  <a:srgbClr val="F2542D"/>
                </a:solidFill>
              </a:defRPr>
            </a:lvl2pPr>
            <a:lvl3pPr algn="r">
              <a:defRPr sz="975" b="1">
                <a:solidFill>
                  <a:srgbClr val="F2542D"/>
                </a:solidFill>
              </a:defRPr>
            </a:lvl3pPr>
            <a:lvl4pPr algn="r">
              <a:defRPr sz="975" b="1">
                <a:solidFill>
                  <a:srgbClr val="F2542D"/>
                </a:solidFill>
              </a:defRPr>
            </a:lvl4pPr>
            <a:lvl5pPr algn="r">
              <a:defRPr sz="975" b="1">
                <a:solidFill>
                  <a:srgbClr val="F2542D"/>
                </a:solidFill>
              </a:defRPr>
            </a:lvl5pPr>
            <a:lvl6pPr algn="r">
              <a:defRPr sz="975" b="1">
                <a:solidFill>
                  <a:srgbClr val="F2542D"/>
                </a:solidFill>
              </a:defRPr>
            </a:lvl6pPr>
            <a:lvl7pPr algn="r">
              <a:defRPr sz="975" b="1">
                <a:solidFill>
                  <a:srgbClr val="F2542D"/>
                </a:solidFill>
              </a:defRPr>
            </a:lvl7pPr>
            <a:lvl8pPr algn="r">
              <a:defRPr sz="975" b="1">
                <a:solidFill>
                  <a:srgbClr val="F2542D"/>
                </a:solidFill>
              </a:defRPr>
            </a:lvl8pPr>
            <a:lvl9pPr algn="r">
              <a:defRPr sz="975" b="1">
                <a:solidFill>
                  <a:srgbClr val="F2542D"/>
                </a:solidFill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F2542D"/>
                </a:solidFill>
              </a:defRPr>
            </a:pPr>
            <a:r>
              <a:rPr sz="975" b="1">
                <a:solidFill>
                  <a:srgbClr val="F2542D"/>
                </a:solidFill>
              </a:rPr>
              <a:t>MEALY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6B5CD0-2370-489E-B685-5C0CA1A22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19250"/>
            <a:ext cx="107061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21324B"/>
          </a:solidFill>
          <a:ln xmlns:a="http://schemas.openxmlformats.org/drawingml/2006/main" w="9525">
            <a:solidFill>
              <a:srgbClr val="21324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5D1BD0-20DA-42B8-9DF8-3605C6773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FFFFFF"/>
                </a:solidFill>
              </a:defRPr>
            </a:defPPr>
            <a:lvl1pPr algn="l">
              <a:defRPr sz="1800" b="1">
                <a:solidFill>
                  <a:srgbClr val="FFFFFF"/>
                </a:solidFill>
              </a:defRPr>
            </a:lvl1pPr>
            <a:lvl2pPr algn="l">
              <a:defRPr sz="1800" b="1">
                <a:solidFill>
                  <a:srgbClr val="FFFFFF"/>
                </a:solidFill>
              </a:defRPr>
            </a:lvl2pPr>
            <a:lvl3pPr algn="l">
              <a:defRPr sz="1800" b="1">
                <a:solidFill>
                  <a:srgbClr val="FFFFFF"/>
                </a:solidFill>
              </a:defRPr>
            </a:lvl3pPr>
            <a:lvl4pPr algn="l">
              <a:defRPr sz="1800" b="1">
                <a:solidFill>
                  <a:srgbClr val="FFFFFF"/>
                </a:solidFill>
              </a:defRPr>
            </a:lvl4pPr>
            <a:lvl5pPr algn="l">
              <a:defRPr sz="1800" b="1">
                <a:solidFill>
                  <a:srgbClr val="FFFFFF"/>
                </a:solidFill>
              </a:defRPr>
            </a:lvl5pPr>
            <a:lvl6pPr algn="l">
              <a:defRPr sz="1800" b="1">
                <a:solidFill>
                  <a:srgbClr val="FFFFFF"/>
                </a:solidFill>
              </a:defRPr>
            </a:lvl6pPr>
            <a:lvl7pPr algn="l">
              <a:defRPr sz="1800" b="1">
                <a:solidFill>
                  <a:srgbClr val="FFFFFF"/>
                </a:solidFill>
              </a:defRPr>
            </a:lvl7pPr>
            <a:lvl8pPr algn="l">
              <a:defRPr sz="1800" b="1">
                <a:solidFill>
                  <a:srgbClr val="FFFFFF"/>
                </a:solidFill>
              </a:defRPr>
            </a:lvl8pPr>
            <a:lvl9pPr algn="l">
              <a:defRPr sz="18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Mealy cloud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09E452-7D73-419D-9516-C0B742F25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38375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D7E0EB"/>
                </a:solidFill>
              </a:defRPr>
            </a:defPPr>
            <a:lvl1pPr algn="l">
              <a:defRPr sz="1275" b="0">
                <a:solidFill>
                  <a:srgbClr val="D7E0EB"/>
                </a:solidFill>
              </a:defRPr>
            </a:lvl1pPr>
            <a:lvl2pPr algn="l">
              <a:defRPr sz="1275" b="0">
                <a:solidFill>
                  <a:srgbClr val="D7E0EB"/>
                </a:solidFill>
              </a:defRPr>
            </a:lvl2pPr>
            <a:lvl3pPr algn="l">
              <a:defRPr sz="1275" b="0">
                <a:solidFill>
                  <a:srgbClr val="D7E0EB"/>
                </a:solidFill>
              </a:defRPr>
            </a:lvl3pPr>
            <a:lvl4pPr algn="l">
              <a:defRPr sz="1275" b="0">
                <a:solidFill>
                  <a:srgbClr val="D7E0EB"/>
                </a:solidFill>
              </a:defRPr>
            </a:lvl4pPr>
            <a:lvl5pPr algn="l">
              <a:defRPr sz="1275" b="0">
                <a:solidFill>
                  <a:srgbClr val="D7E0EB"/>
                </a:solidFill>
              </a:defRPr>
            </a:lvl5pPr>
            <a:lvl6pPr algn="l">
              <a:defRPr sz="1275" b="0">
                <a:solidFill>
                  <a:srgbClr val="D7E0EB"/>
                </a:solidFill>
              </a:defRPr>
            </a:lvl6pPr>
            <a:lvl7pPr algn="l">
              <a:defRPr sz="1275" b="0">
                <a:solidFill>
                  <a:srgbClr val="D7E0EB"/>
                </a:solidFill>
              </a:defRPr>
            </a:lvl7pPr>
            <a:lvl8pPr algn="l">
              <a:defRPr sz="1275" b="0">
                <a:solidFill>
                  <a:srgbClr val="D7E0EB"/>
                </a:solidFill>
              </a:defRPr>
            </a:lvl8pPr>
            <a:lvl9pPr algn="l">
              <a:defRPr sz="1275" b="0">
                <a:solidFill>
                  <a:srgbClr val="D7E0EB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D7E0EB"/>
                </a:solidFill>
              </a:defRPr>
            </a:pPr>
            <a:r>
              <a:rPr sz="1275" b="0">
                <a:solidFill>
                  <a:srgbClr val="D7E0EB"/>
                </a:solidFill>
              </a:rPr>
              <a:t>Catalogs, student orders, reporting, forecasting, permissions and secure event delivery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90C873-FDF5-4647-9A28-1F9577C44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48050"/>
            <a:ext cx="33528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EE4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D9F6D5-B669-47A0-87B7-67F8D2C63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766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F2542D"/>
                </a:solidFill>
              </a:defRPr>
            </a:defPPr>
            <a:lvl1pPr algn="l">
              <a:defRPr sz="900" b="1">
                <a:solidFill>
                  <a:srgbClr val="F2542D"/>
                </a:solidFill>
              </a:defRPr>
            </a:lvl1pPr>
            <a:lvl2pPr algn="l">
              <a:defRPr sz="900" b="1">
                <a:solidFill>
                  <a:srgbClr val="F2542D"/>
                </a:solidFill>
              </a:defRPr>
            </a:lvl2pPr>
            <a:lvl3pPr algn="l">
              <a:defRPr sz="900" b="1">
                <a:solidFill>
                  <a:srgbClr val="F2542D"/>
                </a:solidFill>
              </a:defRPr>
            </a:lvl3pPr>
            <a:lvl4pPr algn="l">
              <a:defRPr sz="900" b="1">
                <a:solidFill>
                  <a:srgbClr val="F2542D"/>
                </a:solidFill>
              </a:defRPr>
            </a:lvl4pPr>
            <a:lvl5pPr algn="l">
              <a:defRPr sz="900" b="1">
                <a:solidFill>
                  <a:srgbClr val="F2542D"/>
                </a:solidFill>
              </a:defRPr>
            </a:lvl5pPr>
            <a:lvl6pPr algn="l">
              <a:defRPr sz="900" b="1">
                <a:solidFill>
                  <a:srgbClr val="F2542D"/>
                </a:solidFill>
              </a:defRPr>
            </a:lvl6pPr>
            <a:lvl7pPr algn="l">
              <a:defRPr sz="900" b="1">
                <a:solidFill>
                  <a:srgbClr val="F2542D"/>
                </a:solidFill>
              </a:defRPr>
            </a:lvl7pPr>
            <a:lvl8pPr algn="l">
              <a:defRPr sz="900" b="1">
                <a:solidFill>
                  <a:srgbClr val="F2542D"/>
                </a:solidFill>
              </a:defRPr>
            </a:lvl8pPr>
            <a:lvl9pPr algn="l">
              <a:defRPr sz="900" b="1">
                <a:solidFill>
                  <a:srgbClr val="F2542D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F2542D"/>
                </a:solidFill>
              </a:defRPr>
            </a:pPr>
            <a:r>
              <a:rPr sz="900" b="1">
                <a:solidFill>
                  <a:srgbClr val="F2542D"/>
                </a:solidFill>
              </a:rPr>
              <a:t>CAMPUS 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3981A2-1F67-48CC-B124-8A872446E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81450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182235"/>
                </a:solidFill>
              </a:defRPr>
            </a:defPPr>
            <a:lvl1pPr algn="l">
              <a:defRPr sz="1650" b="1">
                <a:solidFill>
                  <a:srgbClr val="182235"/>
                </a:solidFill>
              </a:defRPr>
            </a:lvl1pPr>
            <a:lvl2pPr algn="l">
              <a:defRPr sz="1650" b="1">
                <a:solidFill>
                  <a:srgbClr val="182235"/>
                </a:solidFill>
              </a:defRPr>
            </a:lvl2pPr>
            <a:lvl3pPr algn="l">
              <a:defRPr sz="1650" b="1">
                <a:solidFill>
                  <a:srgbClr val="182235"/>
                </a:solidFill>
              </a:defRPr>
            </a:lvl3pPr>
            <a:lvl4pPr algn="l">
              <a:defRPr sz="1650" b="1">
                <a:solidFill>
                  <a:srgbClr val="182235"/>
                </a:solidFill>
              </a:defRPr>
            </a:lvl4pPr>
            <a:lvl5pPr algn="l">
              <a:defRPr sz="1650" b="1">
                <a:solidFill>
                  <a:srgbClr val="182235"/>
                </a:solidFill>
              </a:defRPr>
            </a:lvl5pPr>
            <a:lvl6pPr algn="l">
              <a:defRPr sz="1650" b="1">
                <a:solidFill>
                  <a:srgbClr val="182235"/>
                </a:solidFill>
              </a:defRPr>
            </a:lvl6pPr>
            <a:lvl7pPr algn="l">
              <a:defRPr sz="1650" b="1">
                <a:solidFill>
                  <a:srgbClr val="182235"/>
                </a:solidFill>
              </a:defRPr>
            </a:lvl7pPr>
            <a:lvl8pPr algn="l">
              <a:defRPr sz="1650" b="1">
                <a:solidFill>
                  <a:srgbClr val="182235"/>
                </a:solidFill>
              </a:defRPr>
            </a:lvl8pPr>
            <a:lvl9pPr algn="l">
              <a:defRPr sz="1650" b="1">
                <a:solidFill>
                  <a:srgbClr val="182235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82235"/>
                </a:solidFill>
              </a:defRPr>
            </a:pPr>
            <a:r>
              <a:rPr sz="1650" b="1">
                <a:solidFill>
                  <a:srgbClr val="182235"/>
                </a:solidFill>
              </a:rPr>
              <a:t>Main Canteen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611F82-DBA4-4F93-943D-E21ABE81C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33900"/>
            <a:ext cx="1285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199B67"/>
                </a:solidFill>
              </a:defRPr>
            </a:defPPr>
            <a:lvl1pPr algn="l">
              <a:defRPr sz="1125" b="1">
                <a:solidFill>
                  <a:srgbClr val="199B67"/>
                </a:solidFill>
              </a:defRPr>
            </a:lvl1pPr>
            <a:lvl2pPr algn="l">
              <a:defRPr sz="1125" b="1">
                <a:solidFill>
                  <a:srgbClr val="199B67"/>
                </a:solidFill>
              </a:defRPr>
            </a:lvl2pPr>
            <a:lvl3pPr algn="l">
              <a:defRPr sz="1125" b="1">
                <a:solidFill>
                  <a:srgbClr val="199B67"/>
                </a:solidFill>
              </a:defRPr>
            </a:lvl3pPr>
            <a:lvl4pPr algn="l">
              <a:defRPr sz="1125" b="1">
                <a:solidFill>
                  <a:srgbClr val="199B67"/>
                </a:solidFill>
              </a:defRPr>
            </a:lvl4pPr>
            <a:lvl5pPr algn="l">
              <a:defRPr sz="1125" b="1">
                <a:solidFill>
                  <a:srgbClr val="199B67"/>
                </a:solidFill>
              </a:defRPr>
            </a:lvl5pPr>
            <a:lvl6pPr algn="l">
              <a:defRPr sz="1125" b="1">
                <a:solidFill>
                  <a:srgbClr val="199B67"/>
                </a:solidFill>
              </a:defRPr>
            </a:lvl6pPr>
            <a:lvl7pPr algn="l">
              <a:defRPr sz="1125" b="1">
                <a:solidFill>
                  <a:srgbClr val="199B67"/>
                </a:solidFill>
              </a:defRPr>
            </a:lvl7pPr>
            <a:lvl8pPr algn="l">
              <a:defRPr sz="1125" b="1">
                <a:solidFill>
                  <a:srgbClr val="199B67"/>
                </a:solidFill>
              </a:defRPr>
            </a:lvl8pPr>
            <a:lvl9pPr algn="l">
              <a:defRPr sz="1125" b="1">
                <a:solidFill>
                  <a:srgbClr val="199B67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99B67"/>
                </a:solidFill>
              </a:defRPr>
            </a:pPr>
            <a:r>
              <a:rPr sz="1125" b="1">
                <a:solidFill>
                  <a:srgbClr val="199B67"/>
                </a:solidFill>
              </a:rPr>
              <a:t>Local gateway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389984-19B5-4414-8722-EC1891AB2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9339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5D6A7C"/>
                </a:solidFill>
              </a:defRPr>
            </a:defPPr>
            <a:lvl1pPr algn="l">
              <a:defRPr sz="1200" b="0">
                <a:solidFill>
                  <a:srgbClr val="5D6A7C"/>
                </a:solidFill>
              </a:defRPr>
            </a:lvl1pPr>
            <a:lvl2pPr algn="l">
              <a:defRPr sz="1200" b="0">
                <a:solidFill>
                  <a:srgbClr val="5D6A7C"/>
                </a:solidFill>
              </a:defRPr>
            </a:lvl2pPr>
            <a:lvl3pPr algn="l">
              <a:defRPr sz="1200" b="0">
                <a:solidFill>
                  <a:srgbClr val="5D6A7C"/>
                </a:solidFill>
              </a:defRPr>
            </a:lvl3pPr>
            <a:lvl4pPr algn="l">
              <a:defRPr sz="1200" b="0">
                <a:solidFill>
                  <a:srgbClr val="5D6A7C"/>
                </a:solidFill>
              </a:defRPr>
            </a:lvl4pPr>
            <a:lvl5pPr algn="l">
              <a:defRPr sz="1200" b="0">
                <a:solidFill>
                  <a:srgbClr val="5D6A7C"/>
                </a:solidFill>
              </a:defRPr>
            </a:lvl5pPr>
            <a:lvl6pPr algn="l">
              <a:defRPr sz="1200" b="0">
                <a:solidFill>
                  <a:srgbClr val="5D6A7C"/>
                </a:solidFill>
              </a:defRPr>
            </a:lvl6pPr>
            <a:lvl7pPr algn="l">
              <a:defRPr sz="1200" b="0">
                <a:solidFill>
                  <a:srgbClr val="5D6A7C"/>
                </a:solidFill>
              </a:defRPr>
            </a:lvl7pPr>
            <a:lvl8pPr algn="l">
              <a:defRPr sz="1200" b="0">
                <a:solidFill>
                  <a:srgbClr val="5D6A7C"/>
                </a:solidFill>
              </a:defRPr>
            </a:lvl8pPr>
            <a:lvl9pPr algn="l">
              <a:defRPr sz="1200" b="0">
                <a:solidFill>
                  <a:srgbClr val="5D6A7C"/>
                </a:solidFill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D6A7C"/>
                </a:solidFill>
              </a:defRPr>
            </a:pPr>
            <a:r>
              <a:rPr sz="1200" b="0">
                <a:solidFill>
                  <a:srgbClr val="5D6A7C"/>
                </a:solidFill>
              </a:rPr>
              <a:t>POS  •  KDS  •  printer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5F858A-7032-4CFA-A308-E65B60D4E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819400"/>
            <a:ext cx="285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B0C6"/>
          </a:solidFill>
          <a:ln xmlns:a="http://schemas.openxmlformats.org/drawingml/2006/main" w="0">
            <a:solidFill>
              <a:srgbClr val="9EB0C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EBD789-A12F-4FCD-9A89-65DE47383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448050"/>
            <a:ext cx="33528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3EC"/>
          </a:solidFill>
          <a:ln xmlns:a="http://schemas.openxmlformats.org/drawingml/2006/main" w="9525">
            <a:solidFill>
              <a:srgbClr val="FFD5C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3BB0B0-CBDB-478D-AA50-D7C57F500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6766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F2542D"/>
                </a:solidFill>
              </a:defRPr>
            </a:defPPr>
            <a:lvl1pPr algn="l">
              <a:defRPr sz="900" b="1">
                <a:solidFill>
                  <a:srgbClr val="F2542D"/>
                </a:solidFill>
              </a:defRPr>
            </a:lvl1pPr>
            <a:lvl2pPr algn="l">
              <a:defRPr sz="900" b="1">
                <a:solidFill>
                  <a:srgbClr val="F2542D"/>
                </a:solidFill>
              </a:defRPr>
            </a:lvl2pPr>
            <a:lvl3pPr algn="l">
              <a:defRPr sz="900" b="1">
                <a:solidFill>
                  <a:srgbClr val="F2542D"/>
                </a:solidFill>
              </a:defRPr>
            </a:lvl3pPr>
            <a:lvl4pPr algn="l">
              <a:defRPr sz="900" b="1">
                <a:solidFill>
                  <a:srgbClr val="F2542D"/>
                </a:solidFill>
              </a:defRPr>
            </a:lvl4pPr>
            <a:lvl5pPr algn="l">
              <a:defRPr sz="900" b="1">
                <a:solidFill>
                  <a:srgbClr val="F2542D"/>
                </a:solidFill>
              </a:defRPr>
            </a:lvl5pPr>
            <a:lvl6pPr algn="l">
              <a:defRPr sz="900" b="1">
                <a:solidFill>
                  <a:srgbClr val="F2542D"/>
                </a:solidFill>
              </a:defRPr>
            </a:lvl6pPr>
            <a:lvl7pPr algn="l">
              <a:defRPr sz="900" b="1">
                <a:solidFill>
                  <a:srgbClr val="F2542D"/>
                </a:solidFill>
              </a:defRPr>
            </a:lvl7pPr>
            <a:lvl8pPr algn="l">
              <a:defRPr sz="900" b="1">
                <a:solidFill>
                  <a:srgbClr val="F2542D"/>
                </a:solidFill>
              </a:defRPr>
            </a:lvl8pPr>
            <a:lvl9pPr algn="l">
              <a:defRPr sz="900" b="1">
                <a:solidFill>
                  <a:srgbClr val="F2542D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F2542D"/>
                </a:solidFill>
              </a:defRPr>
            </a:pPr>
            <a:r>
              <a:rPr sz="900" b="1">
                <a:solidFill>
                  <a:srgbClr val="F2542D"/>
                </a:solidFill>
              </a:rPr>
              <a:t>CAMPUS 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29F3F5-4179-4499-8544-2A61CF1FE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981450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182235"/>
                </a:solidFill>
              </a:defRPr>
            </a:defPPr>
            <a:lvl1pPr algn="l">
              <a:defRPr sz="1650" b="1">
                <a:solidFill>
                  <a:srgbClr val="182235"/>
                </a:solidFill>
              </a:defRPr>
            </a:lvl1pPr>
            <a:lvl2pPr algn="l">
              <a:defRPr sz="1650" b="1">
                <a:solidFill>
                  <a:srgbClr val="182235"/>
                </a:solidFill>
              </a:defRPr>
            </a:lvl2pPr>
            <a:lvl3pPr algn="l">
              <a:defRPr sz="1650" b="1">
                <a:solidFill>
                  <a:srgbClr val="182235"/>
                </a:solidFill>
              </a:defRPr>
            </a:lvl3pPr>
            <a:lvl4pPr algn="l">
              <a:defRPr sz="1650" b="1">
                <a:solidFill>
                  <a:srgbClr val="182235"/>
                </a:solidFill>
              </a:defRPr>
            </a:lvl4pPr>
            <a:lvl5pPr algn="l">
              <a:defRPr sz="1650" b="1">
                <a:solidFill>
                  <a:srgbClr val="182235"/>
                </a:solidFill>
              </a:defRPr>
            </a:lvl5pPr>
            <a:lvl6pPr algn="l">
              <a:defRPr sz="1650" b="1">
                <a:solidFill>
                  <a:srgbClr val="182235"/>
                </a:solidFill>
              </a:defRPr>
            </a:lvl6pPr>
            <a:lvl7pPr algn="l">
              <a:defRPr sz="1650" b="1">
                <a:solidFill>
                  <a:srgbClr val="182235"/>
                </a:solidFill>
              </a:defRPr>
            </a:lvl7pPr>
            <a:lvl8pPr algn="l">
              <a:defRPr sz="1650" b="1">
                <a:solidFill>
                  <a:srgbClr val="182235"/>
                </a:solidFill>
              </a:defRPr>
            </a:lvl8pPr>
            <a:lvl9pPr algn="l">
              <a:defRPr sz="1650" b="1">
                <a:solidFill>
                  <a:srgbClr val="182235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82235"/>
                </a:solidFill>
              </a:defRPr>
            </a:pPr>
            <a:r>
              <a:rPr sz="1650" b="1">
                <a:solidFill>
                  <a:srgbClr val="182235"/>
                </a:solidFill>
              </a:rPr>
              <a:t>Hostel Canteen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16155F-AD04-42AC-89C7-4A5E08689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533900"/>
            <a:ext cx="1285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199B67"/>
                </a:solidFill>
              </a:defRPr>
            </a:defPPr>
            <a:lvl1pPr algn="l">
              <a:defRPr sz="1125" b="1">
                <a:solidFill>
                  <a:srgbClr val="199B67"/>
                </a:solidFill>
              </a:defRPr>
            </a:lvl1pPr>
            <a:lvl2pPr algn="l">
              <a:defRPr sz="1125" b="1">
                <a:solidFill>
                  <a:srgbClr val="199B67"/>
                </a:solidFill>
              </a:defRPr>
            </a:lvl2pPr>
            <a:lvl3pPr algn="l">
              <a:defRPr sz="1125" b="1">
                <a:solidFill>
                  <a:srgbClr val="199B67"/>
                </a:solidFill>
              </a:defRPr>
            </a:lvl3pPr>
            <a:lvl4pPr algn="l">
              <a:defRPr sz="1125" b="1">
                <a:solidFill>
                  <a:srgbClr val="199B67"/>
                </a:solidFill>
              </a:defRPr>
            </a:lvl4pPr>
            <a:lvl5pPr algn="l">
              <a:defRPr sz="1125" b="1">
                <a:solidFill>
                  <a:srgbClr val="199B67"/>
                </a:solidFill>
              </a:defRPr>
            </a:lvl5pPr>
            <a:lvl6pPr algn="l">
              <a:defRPr sz="1125" b="1">
                <a:solidFill>
                  <a:srgbClr val="199B67"/>
                </a:solidFill>
              </a:defRPr>
            </a:lvl6pPr>
            <a:lvl7pPr algn="l">
              <a:defRPr sz="1125" b="1">
                <a:solidFill>
                  <a:srgbClr val="199B67"/>
                </a:solidFill>
              </a:defRPr>
            </a:lvl7pPr>
            <a:lvl8pPr algn="l">
              <a:defRPr sz="1125" b="1">
                <a:solidFill>
                  <a:srgbClr val="199B67"/>
                </a:solidFill>
              </a:defRPr>
            </a:lvl8pPr>
            <a:lvl9pPr algn="l">
              <a:defRPr sz="1125" b="1">
                <a:solidFill>
                  <a:srgbClr val="199B67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99B67"/>
                </a:solidFill>
              </a:defRPr>
            </a:pPr>
            <a:r>
              <a:rPr sz="1125" b="1">
                <a:solidFill>
                  <a:srgbClr val="199B67"/>
                </a:solidFill>
              </a:rPr>
              <a:t>Local gateway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104BA9-E542-47D0-B1C5-91444FBE9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9339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5D6A7C"/>
                </a:solidFill>
              </a:defRPr>
            </a:defPPr>
            <a:lvl1pPr algn="l">
              <a:defRPr sz="1200" b="0">
                <a:solidFill>
                  <a:srgbClr val="5D6A7C"/>
                </a:solidFill>
              </a:defRPr>
            </a:lvl1pPr>
            <a:lvl2pPr algn="l">
              <a:defRPr sz="1200" b="0">
                <a:solidFill>
                  <a:srgbClr val="5D6A7C"/>
                </a:solidFill>
              </a:defRPr>
            </a:lvl2pPr>
            <a:lvl3pPr algn="l">
              <a:defRPr sz="1200" b="0">
                <a:solidFill>
                  <a:srgbClr val="5D6A7C"/>
                </a:solidFill>
              </a:defRPr>
            </a:lvl3pPr>
            <a:lvl4pPr algn="l">
              <a:defRPr sz="1200" b="0">
                <a:solidFill>
                  <a:srgbClr val="5D6A7C"/>
                </a:solidFill>
              </a:defRPr>
            </a:lvl4pPr>
            <a:lvl5pPr algn="l">
              <a:defRPr sz="1200" b="0">
                <a:solidFill>
                  <a:srgbClr val="5D6A7C"/>
                </a:solidFill>
              </a:defRPr>
            </a:lvl5pPr>
            <a:lvl6pPr algn="l">
              <a:defRPr sz="1200" b="0">
                <a:solidFill>
                  <a:srgbClr val="5D6A7C"/>
                </a:solidFill>
              </a:defRPr>
            </a:lvl6pPr>
            <a:lvl7pPr algn="l">
              <a:defRPr sz="1200" b="0">
                <a:solidFill>
                  <a:srgbClr val="5D6A7C"/>
                </a:solidFill>
              </a:defRPr>
            </a:lvl7pPr>
            <a:lvl8pPr algn="l">
              <a:defRPr sz="1200" b="0">
                <a:solidFill>
                  <a:srgbClr val="5D6A7C"/>
                </a:solidFill>
              </a:defRPr>
            </a:lvl8pPr>
            <a:lvl9pPr algn="l">
              <a:defRPr sz="1200" b="0">
                <a:solidFill>
                  <a:srgbClr val="5D6A7C"/>
                </a:solidFill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D6A7C"/>
                </a:solidFill>
              </a:defRPr>
            </a:pPr>
            <a:r>
              <a:rPr sz="1200" b="0">
                <a:solidFill>
                  <a:srgbClr val="5D6A7C"/>
                </a:solidFill>
              </a:rPr>
              <a:t>POS  •  KDS  •  printer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AA89BB-C75D-4102-9915-2BED38282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19400"/>
            <a:ext cx="285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B0C6"/>
          </a:solidFill>
          <a:ln xmlns:a="http://schemas.openxmlformats.org/drawingml/2006/main" w="0">
            <a:solidFill>
              <a:srgbClr val="9EB0C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0C632C-79D1-4606-8E05-95710A2A7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448050"/>
            <a:ext cx="33528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EE4E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C3440E-7205-4B3B-9ACC-6D6E0221D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6766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F2542D"/>
                </a:solidFill>
              </a:defRPr>
            </a:defPPr>
            <a:lvl1pPr algn="l">
              <a:defRPr sz="900" b="1">
                <a:solidFill>
                  <a:srgbClr val="F2542D"/>
                </a:solidFill>
              </a:defRPr>
            </a:lvl1pPr>
            <a:lvl2pPr algn="l">
              <a:defRPr sz="900" b="1">
                <a:solidFill>
                  <a:srgbClr val="F2542D"/>
                </a:solidFill>
              </a:defRPr>
            </a:lvl2pPr>
            <a:lvl3pPr algn="l">
              <a:defRPr sz="900" b="1">
                <a:solidFill>
                  <a:srgbClr val="F2542D"/>
                </a:solidFill>
              </a:defRPr>
            </a:lvl3pPr>
            <a:lvl4pPr algn="l">
              <a:defRPr sz="900" b="1">
                <a:solidFill>
                  <a:srgbClr val="F2542D"/>
                </a:solidFill>
              </a:defRPr>
            </a:lvl4pPr>
            <a:lvl5pPr algn="l">
              <a:defRPr sz="900" b="1">
                <a:solidFill>
                  <a:srgbClr val="F2542D"/>
                </a:solidFill>
              </a:defRPr>
            </a:lvl5pPr>
            <a:lvl6pPr algn="l">
              <a:defRPr sz="900" b="1">
                <a:solidFill>
                  <a:srgbClr val="F2542D"/>
                </a:solidFill>
              </a:defRPr>
            </a:lvl6pPr>
            <a:lvl7pPr algn="l">
              <a:defRPr sz="900" b="1">
                <a:solidFill>
                  <a:srgbClr val="F2542D"/>
                </a:solidFill>
              </a:defRPr>
            </a:lvl7pPr>
            <a:lvl8pPr algn="l">
              <a:defRPr sz="900" b="1">
                <a:solidFill>
                  <a:srgbClr val="F2542D"/>
                </a:solidFill>
              </a:defRPr>
            </a:lvl8pPr>
            <a:lvl9pPr algn="l">
              <a:defRPr sz="900" b="1">
                <a:solidFill>
                  <a:srgbClr val="F2542D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F2542D"/>
                </a:solidFill>
              </a:defRPr>
            </a:pPr>
            <a:r>
              <a:rPr sz="900" b="1">
                <a:solidFill>
                  <a:srgbClr val="F2542D"/>
                </a:solidFill>
              </a:rPr>
              <a:t>CAMPUS B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8706D9-C189-4826-B437-F824BECB0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981450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182235"/>
                </a:solidFill>
              </a:defRPr>
            </a:defPPr>
            <a:lvl1pPr algn="l">
              <a:defRPr sz="1650" b="1">
                <a:solidFill>
                  <a:srgbClr val="182235"/>
                </a:solidFill>
              </a:defRPr>
            </a:lvl1pPr>
            <a:lvl2pPr algn="l">
              <a:defRPr sz="1650" b="1">
                <a:solidFill>
                  <a:srgbClr val="182235"/>
                </a:solidFill>
              </a:defRPr>
            </a:lvl2pPr>
            <a:lvl3pPr algn="l">
              <a:defRPr sz="1650" b="1">
                <a:solidFill>
                  <a:srgbClr val="182235"/>
                </a:solidFill>
              </a:defRPr>
            </a:lvl3pPr>
            <a:lvl4pPr algn="l">
              <a:defRPr sz="1650" b="1">
                <a:solidFill>
                  <a:srgbClr val="182235"/>
                </a:solidFill>
              </a:defRPr>
            </a:lvl4pPr>
            <a:lvl5pPr algn="l">
              <a:defRPr sz="1650" b="1">
                <a:solidFill>
                  <a:srgbClr val="182235"/>
                </a:solidFill>
              </a:defRPr>
            </a:lvl5pPr>
            <a:lvl6pPr algn="l">
              <a:defRPr sz="1650" b="1">
                <a:solidFill>
                  <a:srgbClr val="182235"/>
                </a:solidFill>
              </a:defRPr>
            </a:lvl6pPr>
            <a:lvl7pPr algn="l">
              <a:defRPr sz="1650" b="1">
                <a:solidFill>
                  <a:srgbClr val="182235"/>
                </a:solidFill>
              </a:defRPr>
            </a:lvl7pPr>
            <a:lvl8pPr algn="l">
              <a:defRPr sz="1650" b="1">
                <a:solidFill>
                  <a:srgbClr val="182235"/>
                </a:solidFill>
              </a:defRPr>
            </a:lvl8pPr>
            <a:lvl9pPr algn="l">
              <a:defRPr sz="1650" b="1">
                <a:solidFill>
                  <a:srgbClr val="182235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82235"/>
                </a:solidFill>
              </a:defRPr>
            </a:pPr>
            <a:r>
              <a:rPr sz="1650" b="1">
                <a:solidFill>
                  <a:srgbClr val="182235"/>
                </a:solidFill>
              </a:rPr>
              <a:t>Food Court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AB75B2-3A4E-4F6A-9E67-7B239E8C9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533900"/>
            <a:ext cx="1285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125" b="1">
                <a:solidFill>
                  <a:srgbClr val="199B67"/>
                </a:solidFill>
              </a:defRPr>
            </a:defPPr>
            <a:lvl1pPr algn="l">
              <a:defRPr sz="1125" b="1">
                <a:solidFill>
                  <a:srgbClr val="199B67"/>
                </a:solidFill>
              </a:defRPr>
            </a:lvl1pPr>
            <a:lvl2pPr algn="l">
              <a:defRPr sz="1125" b="1">
                <a:solidFill>
                  <a:srgbClr val="199B67"/>
                </a:solidFill>
              </a:defRPr>
            </a:lvl2pPr>
            <a:lvl3pPr algn="l">
              <a:defRPr sz="1125" b="1">
                <a:solidFill>
                  <a:srgbClr val="199B67"/>
                </a:solidFill>
              </a:defRPr>
            </a:lvl3pPr>
            <a:lvl4pPr algn="l">
              <a:defRPr sz="1125" b="1">
                <a:solidFill>
                  <a:srgbClr val="199B67"/>
                </a:solidFill>
              </a:defRPr>
            </a:lvl4pPr>
            <a:lvl5pPr algn="l">
              <a:defRPr sz="1125" b="1">
                <a:solidFill>
                  <a:srgbClr val="199B67"/>
                </a:solidFill>
              </a:defRPr>
            </a:lvl5pPr>
            <a:lvl6pPr algn="l">
              <a:defRPr sz="1125" b="1">
                <a:solidFill>
                  <a:srgbClr val="199B67"/>
                </a:solidFill>
              </a:defRPr>
            </a:lvl6pPr>
            <a:lvl7pPr algn="l">
              <a:defRPr sz="1125" b="1">
                <a:solidFill>
                  <a:srgbClr val="199B67"/>
                </a:solidFill>
              </a:defRPr>
            </a:lvl7pPr>
            <a:lvl8pPr algn="l">
              <a:defRPr sz="1125" b="1">
                <a:solidFill>
                  <a:srgbClr val="199B67"/>
                </a:solidFill>
              </a:defRPr>
            </a:lvl8pPr>
            <a:lvl9pPr algn="l">
              <a:defRPr sz="1125" b="1">
                <a:solidFill>
                  <a:srgbClr val="199B67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99B67"/>
                </a:solidFill>
              </a:defRPr>
            </a:pPr>
            <a:r>
              <a:rPr sz="1125" b="1">
                <a:solidFill>
                  <a:srgbClr val="199B67"/>
                </a:solidFill>
              </a:rPr>
              <a:t>Local gateway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E72B9F-0136-4D55-A8E1-01423F8E2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9339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5D6A7C"/>
                </a:solidFill>
              </a:defRPr>
            </a:defPPr>
            <a:lvl1pPr algn="l">
              <a:defRPr sz="1200" b="0">
                <a:solidFill>
                  <a:srgbClr val="5D6A7C"/>
                </a:solidFill>
              </a:defRPr>
            </a:lvl1pPr>
            <a:lvl2pPr algn="l">
              <a:defRPr sz="1200" b="0">
                <a:solidFill>
                  <a:srgbClr val="5D6A7C"/>
                </a:solidFill>
              </a:defRPr>
            </a:lvl2pPr>
            <a:lvl3pPr algn="l">
              <a:defRPr sz="1200" b="0">
                <a:solidFill>
                  <a:srgbClr val="5D6A7C"/>
                </a:solidFill>
              </a:defRPr>
            </a:lvl3pPr>
            <a:lvl4pPr algn="l">
              <a:defRPr sz="1200" b="0">
                <a:solidFill>
                  <a:srgbClr val="5D6A7C"/>
                </a:solidFill>
              </a:defRPr>
            </a:lvl4pPr>
            <a:lvl5pPr algn="l">
              <a:defRPr sz="1200" b="0">
                <a:solidFill>
                  <a:srgbClr val="5D6A7C"/>
                </a:solidFill>
              </a:defRPr>
            </a:lvl5pPr>
            <a:lvl6pPr algn="l">
              <a:defRPr sz="1200" b="0">
                <a:solidFill>
                  <a:srgbClr val="5D6A7C"/>
                </a:solidFill>
              </a:defRPr>
            </a:lvl6pPr>
            <a:lvl7pPr algn="l">
              <a:defRPr sz="1200" b="0">
                <a:solidFill>
                  <a:srgbClr val="5D6A7C"/>
                </a:solidFill>
              </a:defRPr>
            </a:lvl7pPr>
            <a:lvl8pPr algn="l">
              <a:defRPr sz="1200" b="0">
                <a:solidFill>
                  <a:srgbClr val="5D6A7C"/>
                </a:solidFill>
              </a:defRPr>
            </a:lvl8pPr>
            <a:lvl9pPr algn="l">
              <a:defRPr sz="1200" b="0">
                <a:solidFill>
                  <a:srgbClr val="5D6A7C"/>
                </a:solidFill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D6A7C"/>
                </a:solidFill>
              </a:defRPr>
            </a:pPr>
            <a:r>
              <a:rPr sz="1200" b="0">
                <a:solidFill>
                  <a:srgbClr val="5D6A7C"/>
                </a:solidFill>
              </a:rPr>
              <a:t>POS  •  KDS  •  printer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C312F9-296D-4CB5-BC93-C6E3AB645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819400"/>
            <a:ext cx="285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B0C6"/>
          </a:solidFill>
          <a:ln xmlns:a="http://schemas.openxmlformats.org/drawingml/2006/main" w="0">
            <a:solidFill>
              <a:srgbClr val="9EB0C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B4E994-E22C-425E-A6B5-96CE2D3B8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82235"/>
                </a:solidFill>
              </a:defRPr>
            </a:defPPr>
            <a:lvl1pPr algn="l">
              <a:defRPr sz="1350" b="1">
                <a:solidFill>
                  <a:srgbClr val="182235"/>
                </a:solidFill>
              </a:defRPr>
            </a:lvl1pPr>
            <a:lvl2pPr algn="l">
              <a:defRPr sz="1350" b="1">
                <a:solidFill>
                  <a:srgbClr val="182235"/>
                </a:solidFill>
              </a:defRPr>
            </a:lvl2pPr>
            <a:lvl3pPr algn="l">
              <a:defRPr sz="1350" b="1">
                <a:solidFill>
                  <a:srgbClr val="182235"/>
                </a:solidFill>
              </a:defRPr>
            </a:lvl3pPr>
            <a:lvl4pPr algn="l">
              <a:defRPr sz="1350" b="1">
                <a:solidFill>
                  <a:srgbClr val="182235"/>
                </a:solidFill>
              </a:defRPr>
            </a:lvl4pPr>
            <a:lvl5pPr algn="l">
              <a:defRPr sz="1350" b="1">
                <a:solidFill>
                  <a:srgbClr val="182235"/>
                </a:solidFill>
              </a:defRPr>
            </a:lvl5pPr>
            <a:lvl6pPr algn="l">
              <a:defRPr sz="1350" b="1">
                <a:solidFill>
                  <a:srgbClr val="182235"/>
                </a:solidFill>
              </a:defRPr>
            </a:lvl6pPr>
            <a:lvl7pPr algn="l">
              <a:defRPr sz="1350" b="1">
                <a:solidFill>
                  <a:srgbClr val="182235"/>
                </a:solidFill>
              </a:defRPr>
            </a:lvl7pPr>
            <a:lvl8pPr algn="l">
              <a:defRPr sz="1350" b="1">
                <a:solidFill>
                  <a:srgbClr val="182235"/>
                </a:solidFill>
              </a:defRPr>
            </a:lvl8pPr>
            <a:lvl9pPr algn="l">
              <a:defRPr sz="1350" b="1">
                <a:solidFill>
                  <a:srgbClr val="182235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82235"/>
                </a:solidFill>
              </a:defRPr>
            </a:pPr>
            <a:r>
              <a:rPr sz="1350" b="1">
                <a:solidFill>
                  <a:srgbClr val="182235"/>
                </a:solidFill>
              </a:rPr>
              <a:t>Tenant-scoped data and permissions prevent one canteen from seeing or changing another canteen’s operation.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24CA5D9-4BAF-4460-BB6A-52B5223C3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>
                <a:solidFill>
                  <a:srgbClr val="95A0AF"/>
                </a:solidFill>
              </a:defRPr>
            </a:defPPr>
            <a:lvl1pPr algn="r">
              <a:defRPr sz="825" b="1">
                <a:solidFill>
                  <a:srgbClr val="95A0AF"/>
                </a:solidFill>
              </a:defRPr>
            </a:lvl1pPr>
            <a:lvl2pPr algn="r">
              <a:defRPr sz="825" b="1">
                <a:solidFill>
                  <a:srgbClr val="95A0AF"/>
                </a:solidFill>
              </a:defRPr>
            </a:lvl2pPr>
            <a:lvl3pPr algn="r">
              <a:defRPr sz="825" b="1">
                <a:solidFill>
                  <a:srgbClr val="95A0AF"/>
                </a:solidFill>
              </a:defRPr>
            </a:lvl3pPr>
            <a:lvl4pPr algn="r">
              <a:defRPr sz="825" b="1">
                <a:solidFill>
                  <a:srgbClr val="95A0AF"/>
                </a:solidFill>
              </a:defRPr>
            </a:lvl4pPr>
            <a:lvl5pPr algn="r">
              <a:defRPr sz="825" b="1">
                <a:solidFill>
                  <a:srgbClr val="95A0AF"/>
                </a:solidFill>
              </a:defRPr>
            </a:lvl5pPr>
            <a:lvl6pPr algn="r">
              <a:defRPr sz="825" b="1">
                <a:solidFill>
                  <a:srgbClr val="95A0AF"/>
                </a:solidFill>
              </a:defRPr>
            </a:lvl6pPr>
            <a:lvl7pPr algn="r">
              <a:defRPr sz="825" b="1">
                <a:solidFill>
                  <a:srgbClr val="95A0AF"/>
                </a:solidFill>
              </a:defRPr>
            </a:lvl7pPr>
            <a:lvl8pPr algn="r">
              <a:defRPr sz="825" b="1">
                <a:solidFill>
                  <a:srgbClr val="95A0AF"/>
                </a:solidFill>
              </a:defRPr>
            </a:lvl8pPr>
            <a:lvl9pPr algn="r">
              <a:defRPr sz="825" b="1">
                <a:solidFill>
                  <a:srgbClr val="95A0AF"/>
                </a:solidFill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95A0AF"/>
                </a:solidFill>
              </a:defRPr>
            </a:pPr>
            <a:r>
              <a:rPr sz="825" b="1">
                <a:solidFill>
                  <a:srgbClr val="95A0AF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90833826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21324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D68462-3972-42AD-A044-9DE135486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FFFFFF"/>
                </a:solidFill>
              </a:defRPr>
            </a:defPPr>
            <a:lvl1pPr algn="l">
              <a:defRPr sz="2550" b="1">
                <a:solidFill>
                  <a:srgbClr val="FFFFFF"/>
                </a:solidFill>
              </a:defRPr>
            </a:lvl1pPr>
            <a:lvl2pPr algn="l">
              <a:defRPr sz="2550" b="1">
                <a:solidFill>
                  <a:srgbClr val="FFFFFF"/>
                </a:solidFill>
              </a:defRPr>
            </a:lvl2pPr>
            <a:lvl3pPr algn="l">
              <a:defRPr sz="2550" b="1">
                <a:solidFill>
                  <a:srgbClr val="FFFFFF"/>
                </a:solidFill>
              </a:defRPr>
            </a:lvl3pPr>
            <a:lvl4pPr algn="l">
              <a:defRPr sz="2550" b="1">
                <a:solidFill>
                  <a:srgbClr val="FFFFFF"/>
                </a:solidFill>
              </a:defRPr>
            </a:lvl4pPr>
            <a:lvl5pPr algn="l">
              <a:defRPr sz="2550" b="1">
                <a:solidFill>
                  <a:srgbClr val="FFFFFF"/>
                </a:solidFill>
              </a:defRPr>
            </a:lvl5pPr>
            <a:lvl6pPr algn="l">
              <a:defRPr sz="2550" b="1">
                <a:solidFill>
                  <a:srgbClr val="FFFFFF"/>
                </a:solidFill>
              </a:defRPr>
            </a:lvl6pPr>
            <a:lvl7pPr algn="l">
              <a:defRPr sz="2550" b="1">
                <a:solidFill>
                  <a:srgbClr val="FFFFFF"/>
                </a:solidFill>
              </a:defRPr>
            </a:lvl7pPr>
            <a:lvl8pPr algn="l">
              <a:defRPr sz="2550" b="1">
                <a:solidFill>
                  <a:srgbClr val="FFFFFF"/>
                </a:solidFill>
              </a:defRPr>
            </a:lvl8pPr>
            <a:lvl9pPr algn="l">
              <a:defRPr sz="25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Offline continuity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FD933C-91EA-484A-98EE-D7A457196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42975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BAC6D5"/>
                </a:solidFill>
              </a:defRPr>
            </a:defPPr>
            <a:lvl1pPr algn="l">
              <a:defRPr sz="1275" b="0">
                <a:solidFill>
                  <a:srgbClr val="BAC6D5"/>
                </a:solidFill>
              </a:defRPr>
            </a:lvl1pPr>
            <a:lvl2pPr algn="l">
              <a:defRPr sz="1275" b="0">
                <a:solidFill>
                  <a:srgbClr val="BAC6D5"/>
                </a:solidFill>
              </a:defRPr>
            </a:lvl2pPr>
            <a:lvl3pPr algn="l">
              <a:defRPr sz="1275" b="0">
                <a:solidFill>
                  <a:srgbClr val="BAC6D5"/>
                </a:solidFill>
              </a:defRPr>
            </a:lvl3pPr>
            <a:lvl4pPr algn="l">
              <a:defRPr sz="1275" b="0">
                <a:solidFill>
                  <a:srgbClr val="BAC6D5"/>
                </a:solidFill>
              </a:defRPr>
            </a:lvl4pPr>
            <a:lvl5pPr algn="l">
              <a:defRPr sz="1275" b="0">
                <a:solidFill>
                  <a:srgbClr val="BAC6D5"/>
                </a:solidFill>
              </a:defRPr>
            </a:lvl5pPr>
            <a:lvl6pPr algn="l">
              <a:defRPr sz="1275" b="0">
                <a:solidFill>
                  <a:srgbClr val="BAC6D5"/>
                </a:solidFill>
              </a:defRPr>
            </a:lvl6pPr>
            <a:lvl7pPr algn="l">
              <a:defRPr sz="1275" b="0">
                <a:solidFill>
                  <a:srgbClr val="BAC6D5"/>
                </a:solidFill>
              </a:defRPr>
            </a:lvl7pPr>
            <a:lvl8pPr algn="l">
              <a:defRPr sz="1275" b="0">
                <a:solidFill>
                  <a:srgbClr val="BAC6D5"/>
                </a:solidFill>
              </a:defRPr>
            </a:lvl8pPr>
            <a:lvl9pPr algn="l">
              <a:defRPr sz="1275" b="0">
                <a:solidFill>
                  <a:srgbClr val="BAC6D5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BAC6D5"/>
                </a:solidFill>
              </a:defRPr>
            </a:pPr>
            <a:r>
              <a:rPr sz="1275" b="0">
                <a:solidFill>
                  <a:srgbClr val="BAC6D5"/>
                </a:solidFill>
              </a:rPr>
              <a:t>The canteen keeps serving even when the campus internet drops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2C673D-70DF-4FCA-90E7-C9B1B1DF9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76250"/>
            <a:ext cx="81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75" b="1">
                <a:solidFill>
                  <a:srgbClr val="FF8A52"/>
                </a:solidFill>
              </a:defRPr>
            </a:defPPr>
            <a:lvl1pPr algn="r">
              <a:defRPr sz="975" b="1">
                <a:solidFill>
                  <a:srgbClr val="FF8A52"/>
                </a:solidFill>
              </a:defRPr>
            </a:lvl1pPr>
            <a:lvl2pPr algn="r">
              <a:defRPr sz="975" b="1">
                <a:solidFill>
                  <a:srgbClr val="FF8A52"/>
                </a:solidFill>
              </a:defRPr>
            </a:lvl2pPr>
            <a:lvl3pPr algn="r">
              <a:defRPr sz="975" b="1">
                <a:solidFill>
                  <a:srgbClr val="FF8A52"/>
                </a:solidFill>
              </a:defRPr>
            </a:lvl3pPr>
            <a:lvl4pPr algn="r">
              <a:defRPr sz="975" b="1">
                <a:solidFill>
                  <a:srgbClr val="FF8A52"/>
                </a:solidFill>
              </a:defRPr>
            </a:lvl4pPr>
            <a:lvl5pPr algn="r">
              <a:defRPr sz="975" b="1">
                <a:solidFill>
                  <a:srgbClr val="FF8A52"/>
                </a:solidFill>
              </a:defRPr>
            </a:lvl5pPr>
            <a:lvl6pPr algn="r">
              <a:defRPr sz="975" b="1">
                <a:solidFill>
                  <a:srgbClr val="FF8A52"/>
                </a:solidFill>
              </a:defRPr>
            </a:lvl6pPr>
            <a:lvl7pPr algn="r">
              <a:defRPr sz="975" b="1">
                <a:solidFill>
                  <a:srgbClr val="FF8A52"/>
                </a:solidFill>
              </a:defRPr>
            </a:lvl7pPr>
            <a:lvl8pPr algn="r">
              <a:defRPr sz="975" b="1">
                <a:solidFill>
                  <a:srgbClr val="FF8A52"/>
                </a:solidFill>
              </a:defRPr>
            </a:lvl8pPr>
            <a:lvl9pPr algn="r">
              <a:defRPr sz="975" b="1">
                <a:solidFill>
                  <a:srgbClr val="FF8A52"/>
                </a:solidFill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FF8A52"/>
                </a:solidFill>
              </a:defRPr>
            </a:pPr>
            <a:r>
              <a:rPr sz="975" b="1">
                <a:solidFill>
                  <a:srgbClr val="FF8A52"/>
                </a:solidFill>
              </a:rPr>
              <a:t>MEALY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EC36C0-40B6-4310-8462-0AE9FFD41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020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506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1">
                <a:solidFill>
                  <a:srgbClr val="FFFFFF"/>
                </a:solidFill>
              </a:defRPr>
            </a:defPPr>
            <a:lvl1pPr algn="ctr">
              <a:defRPr sz="1425" b="1">
                <a:solidFill>
                  <a:srgbClr val="FFFFFF"/>
                </a:solidFill>
              </a:defRPr>
            </a:lvl1pPr>
            <a:lvl2pPr algn="ctr">
              <a:defRPr sz="1425" b="1">
                <a:solidFill>
                  <a:srgbClr val="FFFFFF"/>
                </a:solidFill>
              </a:defRPr>
            </a:lvl2pPr>
            <a:lvl3pPr algn="ctr">
              <a:defRPr sz="1425" b="1">
                <a:solidFill>
                  <a:srgbClr val="FFFFFF"/>
                </a:solidFill>
              </a:defRPr>
            </a:lvl3pPr>
            <a:lvl4pPr algn="ctr">
              <a:defRPr sz="1425" b="1">
                <a:solidFill>
                  <a:srgbClr val="FFFFFF"/>
                </a:solidFill>
              </a:defRPr>
            </a:lvl4pPr>
            <a:lvl5pPr algn="ctr">
              <a:defRPr sz="1425" b="1">
                <a:solidFill>
                  <a:srgbClr val="FFFFFF"/>
                </a:solidFill>
              </a:defRPr>
            </a:lvl5pPr>
            <a:lvl6pPr algn="ctr">
              <a:defRPr sz="1425" b="1">
                <a:solidFill>
                  <a:srgbClr val="FFFFFF"/>
                </a:solidFill>
              </a:defRPr>
            </a:lvl6pPr>
            <a:lvl7pPr algn="ctr">
              <a:defRPr sz="1425" b="1">
                <a:solidFill>
                  <a:srgbClr val="FFFFFF"/>
                </a:solidFill>
              </a:defRPr>
            </a:lvl7pPr>
            <a:lvl8pPr algn="ctr">
              <a:defRPr sz="1425" b="1">
                <a:solidFill>
                  <a:srgbClr val="FFFFFF"/>
                </a:solidFill>
              </a:defRPr>
            </a:lvl8pPr>
            <a:lvl9pPr algn="ctr">
              <a:defRPr sz="14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FD9CBD-8375-4135-AE9B-B830507AA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5811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FFFFFF"/>
                </a:solidFill>
              </a:defRPr>
            </a:defPPr>
            <a:lvl1pPr algn="l">
              <a:defRPr sz="1425" b="1">
                <a:solidFill>
                  <a:srgbClr val="FFFFFF"/>
                </a:solidFill>
              </a:defRPr>
            </a:lvl1pPr>
            <a:lvl2pPr algn="l">
              <a:defRPr sz="1425" b="1">
                <a:solidFill>
                  <a:srgbClr val="FFFFFF"/>
                </a:solidFill>
              </a:defRPr>
            </a:lvl2pPr>
            <a:lvl3pPr algn="l">
              <a:defRPr sz="1425" b="1">
                <a:solidFill>
                  <a:srgbClr val="FFFFFF"/>
                </a:solidFill>
              </a:defRPr>
            </a:lvl3pPr>
            <a:lvl4pPr algn="l">
              <a:defRPr sz="1425" b="1">
                <a:solidFill>
                  <a:srgbClr val="FFFFFF"/>
                </a:solidFill>
              </a:defRPr>
            </a:lvl4pPr>
            <a:lvl5pPr algn="l">
              <a:defRPr sz="1425" b="1">
                <a:solidFill>
                  <a:srgbClr val="FFFFFF"/>
                </a:solidFill>
              </a:defRPr>
            </a:lvl5pPr>
            <a:lvl6pPr algn="l">
              <a:defRPr sz="1425" b="1">
                <a:solidFill>
                  <a:srgbClr val="FFFFFF"/>
                </a:solidFill>
              </a:defRPr>
            </a:lvl6pPr>
            <a:lvl7pPr algn="l">
              <a:defRPr sz="1425" b="1">
                <a:solidFill>
                  <a:srgbClr val="FFFFFF"/>
                </a:solidFill>
              </a:defRPr>
            </a:lvl7pPr>
            <a:lvl8pPr algn="l">
              <a:defRPr sz="1425" b="1">
                <a:solidFill>
                  <a:srgbClr val="FFFFFF"/>
                </a:solidFill>
              </a:defRPr>
            </a:lvl8pPr>
            <a:lvl9pPr algn="l">
              <a:defRPr sz="14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Internet available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A66AAE-B40D-43EA-BB28-0A246323B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524000"/>
            <a:ext cx="685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C8D2DF"/>
                </a:solidFill>
              </a:defRPr>
            </a:defPPr>
            <a:lvl1pPr algn="l">
              <a:defRPr sz="1200" b="0">
                <a:solidFill>
                  <a:srgbClr val="C8D2DF"/>
                </a:solidFill>
              </a:defRPr>
            </a:lvl1pPr>
            <a:lvl2pPr algn="l">
              <a:defRPr sz="1200" b="0">
                <a:solidFill>
                  <a:srgbClr val="C8D2DF"/>
                </a:solidFill>
              </a:defRPr>
            </a:lvl2pPr>
            <a:lvl3pPr algn="l">
              <a:defRPr sz="1200" b="0">
                <a:solidFill>
                  <a:srgbClr val="C8D2DF"/>
                </a:solidFill>
              </a:defRPr>
            </a:lvl3pPr>
            <a:lvl4pPr algn="l">
              <a:defRPr sz="1200" b="0">
                <a:solidFill>
                  <a:srgbClr val="C8D2DF"/>
                </a:solidFill>
              </a:defRPr>
            </a:lvl4pPr>
            <a:lvl5pPr algn="l">
              <a:defRPr sz="1200" b="0">
                <a:solidFill>
                  <a:srgbClr val="C8D2DF"/>
                </a:solidFill>
              </a:defRPr>
            </a:lvl5pPr>
            <a:lvl6pPr algn="l">
              <a:defRPr sz="1200" b="0">
                <a:solidFill>
                  <a:srgbClr val="C8D2DF"/>
                </a:solidFill>
              </a:defRPr>
            </a:lvl6pPr>
            <a:lvl7pPr algn="l">
              <a:defRPr sz="1200" b="0">
                <a:solidFill>
                  <a:srgbClr val="C8D2DF"/>
                </a:solidFill>
              </a:defRPr>
            </a:lvl7pPr>
            <a:lvl8pPr algn="l">
              <a:defRPr sz="1200" b="0">
                <a:solidFill>
                  <a:srgbClr val="C8D2DF"/>
                </a:solidFill>
              </a:defRPr>
            </a:lvl8pPr>
            <a:lvl9pPr algn="l">
              <a:defRPr sz="1200" b="0">
                <a:solidFill>
                  <a:srgbClr val="C8D2DF"/>
                </a:solidFill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C8D2DF"/>
                </a:solidFill>
              </a:defRPr>
            </a:pPr>
            <a:r>
              <a:rPr sz="1200" b="0">
                <a:solidFill>
                  <a:srgbClr val="C8D2DF"/>
                </a:solidFill>
              </a:rPr>
              <a:t>Cloud sends accepted orders to the outlet gateway through an authenticated persistent connection.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E924E5-0125-44F8-9992-863878043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0510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542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1">
                <a:solidFill>
                  <a:srgbClr val="FFFFFF"/>
                </a:solidFill>
              </a:defRPr>
            </a:defPPr>
            <a:lvl1pPr algn="ctr">
              <a:defRPr sz="1425" b="1">
                <a:solidFill>
                  <a:srgbClr val="FFFFFF"/>
                </a:solidFill>
              </a:defRPr>
            </a:lvl1pPr>
            <a:lvl2pPr algn="ctr">
              <a:defRPr sz="1425" b="1">
                <a:solidFill>
                  <a:srgbClr val="FFFFFF"/>
                </a:solidFill>
              </a:defRPr>
            </a:lvl2pPr>
            <a:lvl3pPr algn="ctr">
              <a:defRPr sz="1425" b="1">
                <a:solidFill>
                  <a:srgbClr val="FFFFFF"/>
                </a:solidFill>
              </a:defRPr>
            </a:lvl3pPr>
            <a:lvl4pPr algn="ctr">
              <a:defRPr sz="1425" b="1">
                <a:solidFill>
                  <a:srgbClr val="FFFFFF"/>
                </a:solidFill>
              </a:defRPr>
            </a:lvl4pPr>
            <a:lvl5pPr algn="ctr">
              <a:defRPr sz="1425" b="1">
                <a:solidFill>
                  <a:srgbClr val="FFFFFF"/>
                </a:solidFill>
              </a:defRPr>
            </a:lvl5pPr>
            <a:lvl6pPr algn="ctr">
              <a:defRPr sz="1425" b="1">
                <a:solidFill>
                  <a:srgbClr val="FFFFFF"/>
                </a:solidFill>
              </a:defRPr>
            </a:lvl6pPr>
            <a:lvl7pPr algn="ctr">
              <a:defRPr sz="1425" b="1">
                <a:solidFill>
                  <a:srgbClr val="FFFFFF"/>
                </a:solidFill>
              </a:defRPr>
            </a:lvl7pPr>
            <a:lvl8pPr algn="ctr">
              <a:defRPr sz="1425" b="1">
                <a:solidFill>
                  <a:srgbClr val="FFFFFF"/>
                </a:solidFill>
              </a:defRPr>
            </a:lvl8pPr>
            <a:lvl9pPr algn="ctr">
              <a:defRPr sz="14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16FB46-9CA1-4741-9A90-07209AE4E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6860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FFFFFF"/>
                </a:solidFill>
              </a:defRPr>
            </a:defPPr>
            <a:lvl1pPr algn="l">
              <a:defRPr sz="1425" b="1">
                <a:solidFill>
                  <a:srgbClr val="FFFFFF"/>
                </a:solidFill>
              </a:defRPr>
            </a:lvl1pPr>
            <a:lvl2pPr algn="l">
              <a:defRPr sz="1425" b="1">
                <a:solidFill>
                  <a:srgbClr val="FFFFFF"/>
                </a:solidFill>
              </a:defRPr>
            </a:lvl2pPr>
            <a:lvl3pPr algn="l">
              <a:defRPr sz="1425" b="1">
                <a:solidFill>
                  <a:srgbClr val="FFFFFF"/>
                </a:solidFill>
              </a:defRPr>
            </a:lvl3pPr>
            <a:lvl4pPr algn="l">
              <a:defRPr sz="1425" b="1">
                <a:solidFill>
                  <a:srgbClr val="FFFFFF"/>
                </a:solidFill>
              </a:defRPr>
            </a:lvl4pPr>
            <a:lvl5pPr algn="l">
              <a:defRPr sz="1425" b="1">
                <a:solidFill>
                  <a:srgbClr val="FFFFFF"/>
                </a:solidFill>
              </a:defRPr>
            </a:lvl5pPr>
            <a:lvl6pPr algn="l">
              <a:defRPr sz="1425" b="1">
                <a:solidFill>
                  <a:srgbClr val="FFFFFF"/>
                </a:solidFill>
              </a:defRPr>
            </a:lvl6pPr>
            <a:lvl7pPr algn="l">
              <a:defRPr sz="1425" b="1">
                <a:solidFill>
                  <a:srgbClr val="FFFFFF"/>
                </a:solidFill>
              </a:defRPr>
            </a:lvl7pPr>
            <a:lvl8pPr algn="l">
              <a:defRPr sz="1425" b="1">
                <a:solidFill>
                  <a:srgbClr val="FFFFFF"/>
                </a:solidFill>
              </a:defRPr>
            </a:lvl8pPr>
            <a:lvl9pPr algn="l">
              <a:defRPr sz="14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Connection lost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92AC05-C886-4E82-AD1B-40CB5A434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628900"/>
            <a:ext cx="685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C8D2DF"/>
                </a:solidFill>
              </a:defRPr>
            </a:defPPr>
            <a:lvl1pPr algn="l">
              <a:defRPr sz="1200" b="0">
                <a:solidFill>
                  <a:srgbClr val="C8D2DF"/>
                </a:solidFill>
              </a:defRPr>
            </a:lvl1pPr>
            <a:lvl2pPr algn="l">
              <a:defRPr sz="1200" b="0">
                <a:solidFill>
                  <a:srgbClr val="C8D2DF"/>
                </a:solidFill>
              </a:defRPr>
            </a:lvl2pPr>
            <a:lvl3pPr algn="l">
              <a:defRPr sz="1200" b="0">
                <a:solidFill>
                  <a:srgbClr val="C8D2DF"/>
                </a:solidFill>
              </a:defRPr>
            </a:lvl3pPr>
            <a:lvl4pPr algn="l">
              <a:defRPr sz="1200" b="0">
                <a:solidFill>
                  <a:srgbClr val="C8D2DF"/>
                </a:solidFill>
              </a:defRPr>
            </a:lvl4pPr>
            <a:lvl5pPr algn="l">
              <a:defRPr sz="1200" b="0">
                <a:solidFill>
                  <a:srgbClr val="C8D2DF"/>
                </a:solidFill>
              </a:defRPr>
            </a:lvl5pPr>
            <a:lvl6pPr algn="l">
              <a:defRPr sz="1200" b="0">
                <a:solidFill>
                  <a:srgbClr val="C8D2DF"/>
                </a:solidFill>
              </a:defRPr>
            </a:lvl6pPr>
            <a:lvl7pPr algn="l">
              <a:defRPr sz="1200" b="0">
                <a:solidFill>
                  <a:srgbClr val="C8D2DF"/>
                </a:solidFill>
              </a:defRPr>
            </a:lvl7pPr>
            <a:lvl8pPr algn="l">
              <a:defRPr sz="1200" b="0">
                <a:solidFill>
                  <a:srgbClr val="C8D2DF"/>
                </a:solidFill>
              </a:defRPr>
            </a:lvl8pPr>
            <a:lvl9pPr algn="l">
              <a:defRPr sz="1200" b="0">
                <a:solidFill>
                  <a:srgbClr val="C8D2DF"/>
                </a:solidFill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C8D2DF"/>
                </a:solidFill>
              </a:defRPr>
            </a:pPr>
            <a:r>
              <a:rPr sz="1200" b="0">
                <a:solidFill>
                  <a:srgbClr val="C8D2DF"/>
                </a:solidFill>
              </a:rPr>
              <a:t>POS, KDS and kitchen printing continue across the outlet’s local network. Cash counter orders remain available.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D53F57-E41E-4534-9E57-44AF96DC3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1000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506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1">
                <a:solidFill>
                  <a:srgbClr val="FFFFFF"/>
                </a:solidFill>
              </a:defRPr>
            </a:defPPr>
            <a:lvl1pPr algn="ctr">
              <a:defRPr sz="1425" b="1">
                <a:solidFill>
                  <a:srgbClr val="FFFFFF"/>
                </a:solidFill>
              </a:defRPr>
            </a:lvl1pPr>
            <a:lvl2pPr algn="ctr">
              <a:defRPr sz="1425" b="1">
                <a:solidFill>
                  <a:srgbClr val="FFFFFF"/>
                </a:solidFill>
              </a:defRPr>
            </a:lvl2pPr>
            <a:lvl3pPr algn="ctr">
              <a:defRPr sz="1425" b="1">
                <a:solidFill>
                  <a:srgbClr val="FFFFFF"/>
                </a:solidFill>
              </a:defRPr>
            </a:lvl3pPr>
            <a:lvl4pPr algn="ctr">
              <a:defRPr sz="1425" b="1">
                <a:solidFill>
                  <a:srgbClr val="FFFFFF"/>
                </a:solidFill>
              </a:defRPr>
            </a:lvl4pPr>
            <a:lvl5pPr algn="ctr">
              <a:defRPr sz="1425" b="1">
                <a:solidFill>
                  <a:srgbClr val="FFFFFF"/>
                </a:solidFill>
              </a:defRPr>
            </a:lvl5pPr>
            <a:lvl6pPr algn="ctr">
              <a:defRPr sz="1425" b="1">
                <a:solidFill>
                  <a:srgbClr val="FFFFFF"/>
                </a:solidFill>
              </a:defRPr>
            </a:lvl6pPr>
            <a:lvl7pPr algn="ctr">
              <a:defRPr sz="1425" b="1">
                <a:solidFill>
                  <a:srgbClr val="FFFFFF"/>
                </a:solidFill>
              </a:defRPr>
            </a:lvl7pPr>
            <a:lvl8pPr algn="ctr">
              <a:defRPr sz="1425" b="1">
                <a:solidFill>
                  <a:srgbClr val="FFFFFF"/>
                </a:solidFill>
              </a:defRPr>
            </a:lvl8pPr>
            <a:lvl9pPr algn="ctr">
              <a:defRPr sz="14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6B2F8A-77B5-479F-B874-F9D9FD1C1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7909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FFFFFF"/>
                </a:solidFill>
              </a:defRPr>
            </a:defPPr>
            <a:lvl1pPr algn="l">
              <a:defRPr sz="1425" b="1">
                <a:solidFill>
                  <a:srgbClr val="FFFFFF"/>
                </a:solidFill>
              </a:defRPr>
            </a:lvl1pPr>
            <a:lvl2pPr algn="l">
              <a:defRPr sz="1425" b="1">
                <a:solidFill>
                  <a:srgbClr val="FFFFFF"/>
                </a:solidFill>
              </a:defRPr>
            </a:lvl2pPr>
            <a:lvl3pPr algn="l">
              <a:defRPr sz="1425" b="1">
                <a:solidFill>
                  <a:srgbClr val="FFFFFF"/>
                </a:solidFill>
              </a:defRPr>
            </a:lvl3pPr>
            <a:lvl4pPr algn="l">
              <a:defRPr sz="1425" b="1">
                <a:solidFill>
                  <a:srgbClr val="FFFFFF"/>
                </a:solidFill>
              </a:defRPr>
            </a:lvl4pPr>
            <a:lvl5pPr algn="l">
              <a:defRPr sz="1425" b="1">
                <a:solidFill>
                  <a:srgbClr val="FFFFFF"/>
                </a:solidFill>
              </a:defRPr>
            </a:lvl5pPr>
            <a:lvl6pPr algn="l">
              <a:defRPr sz="1425" b="1">
                <a:solidFill>
                  <a:srgbClr val="FFFFFF"/>
                </a:solidFill>
              </a:defRPr>
            </a:lvl6pPr>
            <a:lvl7pPr algn="l">
              <a:defRPr sz="1425" b="1">
                <a:solidFill>
                  <a:srgbClr val="FFFFFF"/>
                </a:solidFill>
              </a:defRPr>
            </a:lvl7pPr>
            <a:lvl8pPr algn="l">
              <a:defRPr sz="1425" b="1">
                <a:solidFill>
                  <a:srgbClr val="FFFFFF"/>
                </a:solidFill>
              </a:defRPr>
            </a:lvl8pPr>
            <a:lvl9pPr algn="l">
              <a:defRPr sz="14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Local persistence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4FCD2B-3D93-4D1C-954B-B003B117A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733800"/>
            <a:ext cx="685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C8D2DF"/>
                </a:solidFill>
              </a:defRPr>
            </a:defPPr>
            <a:lvl1pPr algn="l">
              <a:defRPr sz="1200" b="0">
                <a:solidFill>
                  <a:srgbClr val="C8D2DF"/>
                </a:solidFill>
              </a:defRPr>
            </a:lvl1pPr>
            <a:lvl2pPr algn="l">
              <a:defRPr sz="1200" b="0">
                <a:solidFill>
                  <a:srgbClr val="C8D2DF"/>
                </a:solidFill>
              </a:defRPr>
            </a:lvl2pPr>
            <a:lvl3pPr algn="l">
              <a:defRPr sz="1200" b="0">
                <a:solidFill>
                  <a:srgbClr val="C8D2DF"/>
                </a:solidFill>
              </a:defRPr>
            </a:lvl3pPr>
            <a:lvl4pPr algn="l">
              <a:defRPr sz="1200" b="0">
                <a:solidFill>
                  <a:srgbClr val="C8D2DF"/>
                </a:solidFill>
              </a:defRPr>
            </a:lvl4pPr>
            <a:lvl5pPr algn="l">
              <a:defRPr sz="1200" b="0">
                <a:solidFill>
                  <a:srgbClr val="C8D2DF"/>
                </a:solidFill>
              </a:defRPr>
            </a:lvl5pPr>
            <a:lvl6pPr algn="l">
              <a:defRPr sz="1200" b="0">
                <a:solidFill>
                  <a:srgbClr val="C8D2DF"/>
                </a:solidFill>
              </a:defRPr>
            </a:lvl6pPr>
            <a:lvl7pPr algn="l">
              <a:defRPr sz="1200" b="0">
                <a:solidFill>
                  <a:srgbClr val="C8D2DF"/>
                </a:solidFill>
              </a:defRPr>
            </a:lvl7pPr>
            <a:lvl8pPr algn="l">
              <a:defRPr sz="1200" b="0">
                <a:solidFill>
                  <a:srgbClr val="C8D2DF"/>
                </a:solidFill>
              </a:defRPr>
            </a:lvl8pPr>
            <a:lvl9pPr algn="l">
              <a:defRPr sz="1200" b="0">
                <a:solidFill>
                  <a:srgbClr val="C8D2DF"/>
                </a:solidFill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C8D2DF"/>
                </a:solidFill>
              </a:defRPr>
            </a:pPr>
            <a:r>
              <a:rPr sz="1200" b="0">
                <a:solidFill>
                  <a:srgbClr val="C8D2DF"/>
                </a:solidFill>
              </a:rPr>
              <a:t>The gateway stores orders and actions durably before showing or printing them.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E8F5F4-BB89-491A-8D95-C4A6A901F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1490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506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1">
                <a:solidFill>
                  <a:srgbClr val="FFFFFF"/>
                </a:solidFill>
              </a:defRPr>
            </a:defPPr>
            <a:lvl1pPr algn="ctr">
              <a:defRPr sz="1425" b="1">
                <a:solidFill>
                  <a:srgbClr val="FFFFFF"/>
                </a:solidFill>
              </a:defRPr>
            </a:lvl1pPr>
            <a:lvl2pPr algn="ctr">
              <a:defRPr sz="1425" b="1">
                <a:solidFill>
                  <a:srgbClr val="FFFFFF"/>
                </a:solidFill>
              </a:defRPr>
            </a:lvl2pPr>
            <a:lvl3pPr algn="ctr">
              <a:defRPr sz="1425" b="1">
                <a:solidFill>
                  <a:srgbClr val="FFFFFF"/>
                </a:solidFill>
              </a:defRPr>
            </a:lvl3pPr>
            <a:lvl4pPr algn="ctr">
              <a:defRPr sz="1425" b="1">
                <a:solidFill>
                  <a:srgbClr val="FFFFFF"/>
                </a:solidFill>
              </a:defRPr>
            </a:lvl4pPr>
            <a:lvl5pPr algn="ctr">
              <a:defRPr sz="1425" b="1">
                <a:solidFill>
                  <a:srgbClr val="FFFFFF"/>
                </a:solidFill>
              </a:defRPr>
            </a:lvl5pPr>
            <a:lvl6pPr algn="ctr">
              <a:defRPr sz="1425" b="1">
                <a:solidFill>
                  <a:srgbClr val="FFFFFF"/>
                </a:solidFill>
              </a:defRPr>
            </a:lvl6pPr>
            <a:lvl7pPr algn="ctr">
              <a:defRPr sz="1425" b="1">
                <a:solidFill>
                  <a:srgbClr val="FFFFFF"/>
                </a:solidFill>
              </a:defRPr>
            </a:lvl7pPr>
            <a:lvl8pPr algn="ctr">
              <a:defRPr sz="1425" b="1">
                <a:solidFill>
                  <a:srgbClr val="FFFFFF"/>
                </a:solidFill>
              </a:defRPr>
            </a:lvl8pPr>
            <a:lvl9pPr algn="ctr">
              <a:defRPr sz="14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1F9829-1B44-45AA-BAA3-6C66E15F0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8958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FFFFFF"/>
                </a:solidFill>
              </a:defRPr>
            </a:defPPr>
            <a:lvl1pPr algn="l">
              <a:defRPr sz="1425" b="1">
                <a:solidFill>
                  <a:srgbClr val="FFFFFF"/>
                </a:solidFill>
              </a:defRPr>
            </a:lvl1pPr>
            <a:lvl2pPr algn="l">
              <a:defRPr sz="1425" b="1">
                <a:solidFill>
                  <a:srgbClr val="FFFFFF"/>
                </a:solidFill>
              </a:defRPr>
            </a:lvl2pPr>
            <a:lvl3pPr algn="l">
              <a:defRPr sz="1425" b="1">
                <a:solidFill>
                  <a:srgbClr val="FFFFFF"/>
                </a:solidFill>
              </a:defRPr>
            </a:lvl3pPr>
            <a:lvl4pPr algn="l">
              <a:defRPr sz="1425" b="1">
                <a:solidFill>
                  <a:srgbClr val="FFFFFF"/>
                </a:solidFill>
              </a:defRPr>
            </a:lvl4pPr>
            <a:lvl5pPr algn="l">
              <a:defRPr sz="1425" b="1">
                <a:solidFill>
                  <a:srgbClr val="FFFFFF"/>
                </a:solidFill>
              </a:defRPr>
            </a:lvl5pPr>
            <a:lvl6pPr algn="l">
              <a:defRPr sz="1425" b="1">
                <a:solidFill>
                  <a:srgbClr val="FFFFFF"/>
                </a:solidFill>
              </a:defRPr>
            </a:lvl6pPr>
            <a:lvl7pPr algn="l">
              <a:defRPr sz="1425" b="1">
                <a:solidFill>
                  <a:srgbClr val="FFFFFF"/>
                </a:solidFill>
              </a:defRPr>
            </a:lvl7pPr>
            <a:lvl8pPr algn="l">
              <a:defRPr sz="1425" b="1">
                <a:solidFill>
                  <a:srgbClr val="FFFFFF"/>
                </a:solidFill>
              </a:defRPr>
            </a:lvl8pPr>
            <a:lvl9pPr algn="l">
              <a:defRPr sz="14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Connection restored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B169A3-9D68-4823-B4FB-D7C477DCC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838700"/>
            <a:ext cx="685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C8D2DF"/>
                </a:solidFill>
              </a:defRPr>
            </a:defPPr>
            <a:lvl1pPr algn="l">
              <a:defRPr sz="1200" b="0">
                <a:solidFill>
                  <a:srgbClr val="C8D2DF"/>
                </a:solidFill>
              </a:defRPr>
            </a:lvl1pPr>
            <a:lvl2pPr algn="l">
              <a:defRPr sz="1200" b="0">
                <a:solidFill>
                  <a:srgbClr val="C8D2DF"/>
                </a:solidFill>
              </a:defRPr>
            </a:lvl2pPr>
            <a:lvl3pPr algn="l">
              <a:defRPr sz="1200" b="0">
                <a:solidFill>
                  <a:srgbClr val="C8D2DF"/>
                </a:solidFill>
              </a:defRPr>
            </a:lvl3pPr>
            <a:lvl4pPr algn="l">
              <a:defRPr sz="1200" b="0">
                <a:solidFill>
                  <a:srgbClr val="C8D2DF"/>
                </a:solidFill>
              </a:defRPr>
            </a:lvl4pPr>
            <a:lvl5pPr algn="l">
              <a:defRPr sz="1200" b="0">
                <a:solidFill>
                  <a:srgbClr val="C8D2DF"/>
                </a:solidFill>
              </a:defRPr>
            </a:lvl5pPr>
            <a:lvl6pPr algn="l">
              <a:defRPr sz="1200" b="0">
                <a:solidFill>
                  <a:srgbClr val="C8D2DF"/>
                </a:solidFill>
              </a:defRPr>
            </a:lvl6pPr>
            <a:lvl7pPr algn="l">
              <a:defRPr sz="1200" b="0">
                <a:solidFill>
                  <a:srgbClr val="C8D2DF"/>
                </a:solidFill>
              </a:defRPr>
            </a:lvl7pPr>
            <a:lvl8pPr algn="l">
              <a:defRPr sz="1200" b="0">
                <a:solidFill>
                  <a:srgbClr val="C8D2DF"/>
                </a:solidFill>
              </a:defRPr>
            </a:lvl8pPr>
            <a:lvl9pPr algn="l">
              <a:defRPr sz="1200" b="0">
                <a:solidFill>
                  <a:srgbClr val="C8D2DF"/>
                </a:solidFill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C8D2DF"/>
                </a:solidFill>
              </a:defRPr>
            </a:pPr>
            <a:r>
              <a:rPr sz="1200" b="0">
                <a:solidFill>
                  <a:srgbClr val="C8D2DF"/>
                </a:solidFill>
              </a:rPr>
              <a:t>Queued events upload idempotently. Sequence cursors replay anything the outlet missed.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BDAE7C-8554-4A2E-B7D0-07F16389F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6029325"/>
            <a:ext cx="885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FFC2AA"/>
                </a:solidFill>
              </a:defRPr>
            </a:defPPr>
            <a:lvl1pPr algn="l">
              <a:defRPr sz="1575" b="1">
                <a:solidFill>
                  <a:srgbClr val="FFC2AA"/>
                </a:solidFill>
              </a:defRPr>
            </a:lvl1pPr>
            <a:lvl2pPr algn="l">
              <a:defRPr sz="1575" b="1">
                <a:solidFill>
                  <a:srgbClr val="FFC2AA"/>
                </a:solidFill>
              </a:defRPr>
            </a:lvl2pPr>
            <a:lvl3pPr algn="l">
              <a:defRPr sz="1575" b="1">
                <a:solidFill>
                  <a:srgbClr val="FFC2AA"/>
                </a:solidFill>
              </a:defRPr>
            </a:lvl3pPr>
            <a:lvl4pPr algn="l">
              <a:defRPr sz="1575" b="1">
                <a:solidFill>
                  <a:srgbClr val="FFC2AA"/>
                </a:solidFill>
              </a:defRPr>
            </a:lvl4pPr>
            <a:lvl5pPr algn="l">
              <a:defRPr sz="1575" b="1">
                <a:solidFill>
                  <a:srgbClr val="FFC2AA"/>
                </a:solidFill>
              </a:defRPr>
            </a:lvl5pPr>
            <a:lvl6pPr algn="l">
              <a:defRPr sz="1575" b="1">
                <a:solidFill>
                  <a:srgbClr val="FFC2AA"/>
                </a:solidFill>
              </a:defRPr>
            </a:lvl6pPr>
            <a:lvl7pPr algn="l">
              <a:defRPr sz="1575" b="1">
                <a:solidFill>
                  <a:srgbClr val="FFC2AA"/>
                </a:solidFill>
              </a:defRPr>
            </a:lvl7pPr>
            <a:lvl8pPr algn="l">
              <a:defRPr sz="1575" b="1">
                <a:solidFill>
                  <a:srgbClr val="FFC2AA"/>
                </a:solidFill>
              </a:defRPr>
            </a:lvl8pPr>
            <a:lvl9pPr algn="l">
              <a:defRPr sz="1575" b="1">
                <a:solidFill>
                  <a:srgbClr val="FFC2AA"/>
                </a:solidFill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FFC2AA"/>
                </a:solidFill>
              </a:defRPr>
            </a:pPr>
            <a:r>
              <a:rPr sz="1575" b="1">
                <a:solidFill>
                  <a:srgbClr val="FFC2AA"/>
                </a:solidFill>
              </a:rPr>
              <a:t>The cashier never needs to choose between serving students and preserving data.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8DFB3E-7680-4D51-9154-37A060D57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>
                <a:solidFill>
                  <a:srgbClr val="95A0AF"/>
                </a:solidFill>
              </a:defRPr>
            </a:defPPr>
            <a:lvl1pPr algn="r">
              <a:defRPr sz="825" b="1">
                <a:solidFill>
                  <a:srgbClr val="95A0AF"/>
                </a:solidFill>
              </a:defRPr>
            </a:lvl1pPr>
            <a:lvl2pPr algn="r">
              <a:defRPr sz="825" b="1">
                <a:solidFill>
                  <a:srgbClr val="95A0AF"/>
                </a:solidFill>
              </a:defRPr>
            </a:lvl2pPr>
            <a:lvl3pPr algn="r">
              <a:defRPr sz="825" b="1">
                <a:solidFill>
                  <a:srgbClr val="95A0AF"/>
                </a:solidFill>
              </a:defRPr>
            </a:lvl3pPr>
            <a:lvl4pPr algn="r">
              <a:defRPr sz="825" b="1">
                <a:solidFill>
                  <a:srgbClr val="95A0AF"/>
                </a:solidFill>
              </a:defRPr>
            </a:lvl4pPr>
            <a:lvl5pPr algn="r">
              <a:defRPr sz="825" b="1">
                <a:solidFill>
                  <a:srgbClr val="95A0AF"/>
                </a:solidFill>
              </a:defRPr>
            </a:lvl5pPr>
            <a:lvl6pPr algn="r">
              <a:defRPr sz="825" b="1">
                <a:solidFill>
                  <a:srgbClr val="95A0AF"/>
                </a:solidFill>
              </a:defRPr>
            </a:lvl6pPr>
            <a:lvl7pPr algn="r">
              <a:defRPr sz="825" b="1">
                <a:solidFill>
                  <a:srgbClr val="95A0AF"/>
                </a:solidFill>
              </a:defRPr>
            </a:lvl7pPr>
            <a:lvl8pPr algn="r">
              <a:defRPr sz="825" b="1">
                <a:solidFill>
                  <a:srgbClr val="95A0AF"/>
                </a:solidFill>
              </a:defRPr>
            </a:lvl8pPr>
            <a:lvl9pPr algn="r">
              <a:defRPr sz="825" b="1">
                <a:solidFill>
                  <a:srgbClr val="95A0AF"/>
                </a:solidFill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95A0AF"/>
                </a:solidFill>
              </a:defRPr>
            </a:pPr>
            <a:r>
              <a:rPr sz="825" b="1">
                <a:solidFill>
                  <a:srgbClr val="95A0AF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03885347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C270272-A69B-4F13-9418-6087C2107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182235"/>
                </a:solidFill>
              </a:defRPr>
            </a:defPPr>
            <a:lvl1pPr algn="l">
              <a:defRPr sz="2550" b="1">
                <a:solidFill>
                  <a:srgbClr val="182235"/>
                </a:solidFill>
              </a:defRPr>
            </a:lvl1pPr>
            <a:lvl2pPr algn="l">
              <a:defRPr sz="2550" b="1">
                <a:solidFill>
                  <a:srgbClr val="182235"/>
                </a:solidFill>
              </a:defRPr>
            </a:lvl2pPr>
            <a:lvl3pPr algn="l">
              <a:defRPr sz="2550" b="1">
                <a:solidFill>
                  <a:srgbClr val="182235"/>
                </a:solidFill>
              </a:defRPr>
            </a:lvl3pPr>
            <a:lvl4pPr algn="l">
              <a:defRPr sz="2550" b="1">
                <a:solidFill>
                  <a:srgbClr val="182235"/>
                </a:solidFill>
              </a:defRPr>
            </a:lvl4pPr>
            <a:lvl5pPr algn="l">
              <a:defRPr sz="2550" b="1">
                <a:solidFill>
                  <a:srgbClr val="182235"/>
                </a:solidFill>
              </a:defRPr>
            </a:lvl5pPr>
            <a:lvl6pPr algn="l">
              <a:defRPr sz="2550" b="1">
                <a:solidFill>
                  <a:srgbClr val="182235"/>
                </a:solidFill>
              </a:defRPr>
            </a:lvl6pPr>
            <a:lvl7pPr algn="l">
              <a:defRPr sz="2550" b="1">
                <a:solidFill>
                  <a:srgbClr val="182235"/>
                </a:solidFill>
              </a:defRPr>
            </a:lvl7pPr>
            <a:lvl8pPr algn="l">
              <a:defRPr sz="2550" b="1">
                <a:solidFill>
                  <a:srgbClr val="182235"/>
                </a:solidFill>
              </a:defRPr>
            </a:lvl8pPr>
            <a:lvl9pPr algn="l">
              <a:defRPr sz="2550" b="1">
                <a:solidFill>
                  <a:srgbClr val="182235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82235"/>
                </a:solidFill>
              </a:defRPr>
            </a:pPr>
            <a:r>
              <a:rPr sz="2550" b="1">
                <a:solidFill>
                  <a:srgbClr val="182235"/>
                </a:solidFill>
              </a:rPr>
              <a:t>Wait time responds to live outlet load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C755DF-B060-4654-A369-4B49F926E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42975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5D6A7C"/>
                </a:solidFill>
              </a:defRPr>
            </a:defPPr>
            <a:lvl1pPr algn="l">
              <a:defRPr sz="1275" b="0">
                <a:solidFill>
                  <a:srgbClr val="5D6A7C"/>
                </a:solidFill>
              </a:defRPr>
            </a:lvl1pPr>
            <a:lvl2pPr algn="l">
              <a:defRPr sz="1275" b="0">
                <a:solidFill>
                  <a:srgbClr val="5D6A7C"/>
                </a:solidFill>
              </a:defRPr>
            </a:lvl2pPr>
            <a:lvl3pPr algn="l">
              <a:defRPr sz="1275" b="0">
                <a:solidFill>
                  <a:srgbClr val="5D6A7C"/>
                </a:solidFill>
              </a:defRPr>
            </a:lvl3pPr>
            <a:lvl4pPr algn="l">
              <a:defRPr sz="1275" b="0">
                <a:solidFill>
                  <a:srgbClr val="5D6A7C"/>
                </a:solidFill>
              </a:defRPr>
            </a:lvl4pPr>
            <a:lvl5pPr algn="l">
              <a:defRPr sz="1275" b="0">
                <a:solidFill>
                  <a:srgbClr val="5D6A7C"/>
                </a:solidFill>
              </a:defRPr>
            </a:lvl5pPr>
            <a:lvl6pPr algn="l">
              <a:defRPr sz="1275" b="0">
                <a:solidFill>
                  <a:srgbClr val="5D6A7C"/>
                </a:solidFill>
              </a:defRPr>
            </a:lvl6pPr>
            <a:lvl7pPr algn="l">
              <a:defRPr sz="1275" b="0">
                <a:solidFill>
                  <a:srgbClr val="5D6A7C"/>
                </a:solidFill>
              </a:defRPr>
            </a:lvl7pPr>
            <a:lvl8pPr algn="l">
              <a:defRPr sz="1275" b="0">
                <a:solidFill>
                  <a:srgbClr val="5D6A7C"/>
                </a:solidFill>
              </a:defRPr>
            </a:lvl8pPr>
            <a:lvl9pPr algn="l">
              <a:defRPr sz="1275" b="0">
                <a:solidFill>
                  <a:srgbClr val="5D6A7C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D6A7C"/>
                </a:solidFill>
              </a:defRPr>
            </a:pPr>
            <a:r>
              <a:rPr sz="1275" b="0">
                <a:solidFill>
                  <a:srgbClr val="5D6A7C"/>
                </a:solidFill>
              </a:rPr>
              <a:t>The current estimate stays transparent enough for staff and students to trust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AB959A-03FE-4CAD-9A2A-F86128F86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76250"/>
            <a:ext cx="81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75" b="1">
                <a:solidFill>
                  <a:srgbClr val="F2542D"/>
                </a:solidFill>
              </a:defRPr>
            </a:defPPr>
            <a:lvl1pPr algn="r">
              <a:defRPr sz="975" b="1">
                <a:solidFill>
                  <a:srgbClr val="F2542D"/>
                </a:solidFill>
              </a:defRPr>
            </a:lvl1pPr>
            <a:lvl2pPr algn="r">
              <a:defRPr sz="975" b="1">
                <a:solidFill>
                  <a:srgbClr val="F2542D"/>
                </a:solidFill>
              </a:defRPr>
            </a:lvl2pPr>
            <a:lvl3pPr algn="r">
              <a:defRPr sz="975" b="1">
                <a:solidFill>
                  <a:srgbClr val="F2542D"/>
                </a:solidFill>
              </a:defRPr>
            </a:lvl3pPr>
            <a:lvl4pPr algn="r">
              <a:defRPr sz="975" b="1">
                <a:solidFill>
                  <a:srgbClr val="F2542D"/>
                </a:solidFill>
              </a:defRPr>
            </a:lvl4pPr>
            <a:lvl5pPr algn="r">
              <a:defRPr sz="975" b="1">
                <a:solidFill>
                  <a:srgbClr val="F2542D"/>
                </a:solidFill>
              </a:defRPr>
            </a:lvl5pPr>
            <a:lvl6pPr algn="r">
              <a:defRPr sz="975" b="1">
                <a:solidFill>
                  <a:srgbClr val="F2542D"/>
                </a:solidFill>
              </a:defRPr>
            </a:lvl6pPr>
            <a:lvl7pPr algn="r">
              <a:defRPr sz="975" b="1">
                <a:solidFill>
                  <a:srgbClr val="F2542D"/>
                </a:solidFill>
              </a:defRPr>
            </a:lvl7pPr>
            <a:lvl8pPr algn="r">
              <a:defRPr sz="975" b="1">
                <a:solidFill>
                  <a:srgbClr val="F2542D"/>
                </a:solidFill>
              </a:defRPr>
            </a:lvl8pPr>
            <a:lvl9pPr algn="r">
              <a:defRPr sz="975" b="1">
                <a:solidFill>
                  <a:srgbClr val="F2542D"/>
                </a:solidFill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F2542D"/>
                </a:solidFill>
              </a:defRPr>
            </a:pPr>
            <a:r>
              <a:rPr sz="975" b="1">
                <a:solidFill>
                  <a:srgbClr val="F2542D"/>
                </a:solidFill>
              </a:rPr>
              <a:t>MEALY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64CD24-FAD7-4356-B405-F29941C18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F2542D"/>
                </a:solidFill>
              </a:defRPr>
            </a:defPPr>
            <a:lvl1pPr algn="l">
              <a:defRPr sz="900" b="1">
                <a:solidFill>
                  <a:srgbClr val="F2542D"/>
                </a:solidFill>
              </a:defRPr>
            </a:lvl1pPr>
            <a:lvl2pPr algn="l">
              <a:defRPr sz="900" b="1">
                <a:solidFill>
                  <a:srgbClr val="F2542D"/>
                </a:solidFill>
              </a:defRPr>
            </a:lvl2pPr>
            <a:lvl3pPr algn="l">
              <a:defRPr sz="900" b="1">
                <a:solidFill>
                  <a:srgbClr val="F2542D"/>
                </a:solidFill>
              </a:defRPr>
            </a:lvl3pPr>
            <a:lvl4pPr algn="l">
              <a:defRPr sz="900" b="1">
                <a:solidFill>
                  <a:srgbClr val="F2542D"/>
                </a:solidFill>
              </a:defRPr>
            </a:lvl4pPr>
            <a:lvl5pPr algn="l">
              <a:defRPr sz="900" b="1">
                <a:solidFill>
                  <a:srgbClr val="F2542D"/>
                </a:solidFill>
              </a:defRPr>
            </a:lvl5pPr>
            <a:lvl6pPr algn="l">
              <a:defRPr sz="900" b="1">
                <a:solidFill>
                  <a:srgbClr val="F2542D"/>
                </a:solidFill>
              </a:defRPr>
            </a:lvl6pPr>
            <a:lvl7pPr algn="l">
              <a:defRPr sz="900" b="1">
                <a:solidFill>
                  <a:srgbClr val="F2542D"/>
                </a:solidFill>
              </a:defRPr>
            </a:lvl7pPr>
            <a:lvl8pPr algn="l">
              <a:defRPr sz="900" b="1">
                <a:solidFill>
                  <a:srgbClr val="F2542D"/>
                </a:solidFill>
              </a:defRPr>
            </a:lvl8pPr>
            <a:lvl9pPr algn="l">
              <a:defRPr sz="900" b="1">
                <a:solidFill>
                  <a:srgbClr val="F2542D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F2542D"/>
                </a:solidFill>
              </a:defRPr>
            </a:pPr>
            <a:r>
              <a:rPr sz="900" b="1">
                <a:solidFill>
                  <a:srgbClr val="F2542D"/>
                </a:solidFill>
              </a:rPr>
              <a:t>CURRENT LOGIC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3C5975-771D-4767-B5AF-86C115BBD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250" b="1">
                <a:solidFill>
                  <a:srgbClr val="182235"/>
                </a:solidFill>
              </a:defRPr>
            </a:defPPr>
            <a:lvl1pPr algn="l">
              <a:defRPr sz="2250" b="1">
                <a:solidFill>
                  <a:srgbClr val="182235"/>
                </a:solidFill>
              </a:defRPr>
            </a:lvl1pPr>
            <a:lvl2pPr algn="l">
              <a:defRPr sz="2250" b="1">
                <a:solidFill>
                  <a:srgbClr val="182235"/>
                </a:solidFill>
              </a:defRPr>
            </a:lvl2pPr>
            <a:lvl3pPr algn="l">
              <a:defRPr sz="2250" b="1">
                <a:solidFill>
                  <a:srgbClr val="182235"/>
                </a:solidFill>
              </a:defRPr>
            </a:lvl3pPr>
            <a:lvl4pPr algn="l">
              <a:defRPr sz="2250" b="1">
                <a:solidFill>
                  <a:srgbClr val="182235"/>
                </a:solidFill>
              </a:defRPr>
            </a:lvl4pPr>
            <a:lvl5pPr algn="l">
              <a:defRPr sz="2250" b="1">
                <a:solidFill>
                  <a:srgbClr val="182235"/>
                </a:solidFill>
              </a:defRPr>
            </a:lvl5pPr>
            <a:lvl6pPr algn="l">
              <a:defRPr sz="2250" b="1">
                <a:solidFill>
                  <a:srgbClr val="182235"/>
                </a:solidFill>
              </a:defRPr>
            </a:lvl6pPr>
            <a:lvl7pPr algn="l">
              <a:defRPr sz="2250" b="1">
                <a:solidFill>
                  <a:srgbClr val="182235"/>
                </a:solidFill>
              </a:defRPr>
            </a:lvl7pPr>
            <a:lvl8pPr algn="l">
              <a:defRPr sz="2250" b="1">
                <a:solidFill>
                  <a:srgbClr val="182235"/>
                </a:solidFill>
              </a:defRPr>
            </a:lvl8pPr>
            <a:lvl9pPr algn="l">
              <a:defRPr sz="2250" b="1">
                <a:solidFill>
                  <a:srgbClr val="182235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82235"/>
                </a:solidFill>
              </a:defRPr>
            </a:pPr>
            <a:r>
              <a:rPr sz="2250" b="1">
                <a:solidFill>
                  <a:srgbClr val="182235"/>
                </a:solidFill>
              </a:rPr>
              <a:t>Estimated wait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5F7F8A-292B-409C-855F-E7365BA6A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952625"/>
            <a:ext cx="428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250" b="1">
                <a:solidFill>
                  <a:srgbClr val="F2542D"/>
                </a:solidFill>
              </a:defRPr>
            </a:defPPr>
            <a:lvl1pPr algn="ctr">
              <a:defRPr sz="2250" b="1">
                <a:solidFill>
                  <a:srgbClr val="F2542D"/>
                </a:solidFill>
              </a:defRPr>
            </a:lvl1pPr>
            <a:lvl2pPr algn="ctr">
              <a:defRPr sz="2250" b="1">
                <a:solidFill>
                  <a:srgbClr val="F2542D"/>
                </a:solidFill>
              </a:defRPr>
            </a:lvl2pPr>
            <a:lvl3pPr algn="ctr">
              <a:defRPr sz="2250" b="1">
                <a:solidFill>
                  <a:srgbClr val="F2542D"/>
                </a:solidFill>
              </a:defRPr>
            </a:lvl3pPr>
            <a:lvl4pPr algn="ctr">
              <a:defRPr sz="2250" b="1">
                <a:solidFill>
                  <a:srgbClr val="F2542D"/>
                </a:solidFill>
              </a:defRPr>
            </a:lvl4pPr>
            <a:lvl5pPr algn="ctr">
              <a:defRPr sz="2250" b="1">
                <a:solidFill>
                  <a:srgbClr val="F2542D"/>
                </a:solidFill>
              </a:defRPr>
            </a:lvl5pPr>
            <a:lvl6pPr algn="ctr">
              <a:defRPr sz="2250" b="1">
                <a:solidFill>
                  <a:srgbClr val="F2542D"/>
                </a:solidFill>
              </a:defRPr>
            </a:lvl6pPr>
            <a:lvl7pPr algn="ctr">
              <a:defRPr sz="2250" b="1">
                <a:solidFill>
                  <a:srgbClr val="F2542D"/>
                </a:solidFill>
              </a:defRPr>
            </a:lvl7pPr>
            <a:lvl8pPr algn="ctr">
              <a:defRPr sz="2250" b="1">
                <a:solidFill>
                  <a:srgbClr val="F2542D"/>
                </a:solidFill>
              </a:defRPr>
            </a:lvl8pPr>
            <a:lvl9pPr algn="ctr">
              <a:defRPr sz="2250" b="1">
                <a:solidFill>
                  <a:srgbClr val="F2542D"/>
                </a:solidFill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F2542D"/>
                </a:solidFill>
              </a:defRPr>
            </a:pPr>
            <a:r>
              <a:rPr sz="2250" b="1">
                <a:solidFill>
                  <a:srgbClr val="F2542D"/>
                </a:solidFill>
              </a:rPr>
              <a:t>=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F1BB83-95BB-45C4-9988-EDB3A9E32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809750"/>
            <a:ext cx="26670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E4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2E22C7-4F2C-4FF4-BE2C-A14398E3F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9431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82235"/>
                </a:solidFill>
              </a:defRPr>
            </a:defPPr>
            <a:lvl1pPr algn="ctr">
              <a:defRPr sz="1350" b="1">
                <a:solidFill>
                  <a:srgbClr val="182235"/>
                </a:solidFill>
              </a:defRPr>
            </a:lvl1pPr>
            <a:lvl2pPr algn="ctr">
              <a:defRPr sz="1350" b="1">
                <a:solidFill>
                  <a:srgbClr val="182235"/>
                </a:solidFill>
              </a:defRPr>
            </a:lvl2pPr>
            <a:lvl3pPr algn="ctr">
              <a:defRPr sz="1350" b="1">
                <a:solidFill>
                  <a:srgbClr val="182235"/>
                </a:solidFill>
              </a:defRPr>
            </a:lvl3pPr>
            <a:lvl4pPr algn="ctr">
              <a:defRPr sz="1350" b="1">
                <a:solidFill>
                  <a:srgbClr val="182235"/>
                </a:solidFill>
              </a:defRPr>
            </a:lvl4pPr>
            <a:lvl5pPr algn="ctr">
              <a:defRPr sz="1350" b="1">
                <a:solidFill>
                  <a:srgbClr val="182235"/>
                </a:solidFill>
              </a:defRPr>
            </a:lvl5pPr>
            <a:lvl6pPr algn="ctr">
              <a:defRPr sz="1350" b="1">
                <a:solidFill>
                  <a:srgbClr val="182235"/>
                </a:solidFill>
              </a:defRPr>
            </a:lvl6pPr>
            <a:lvl7pPr algn="ctr">
              <a:defRPr sz="1350" b="1">
                <a:solidFill>
                  <a:srgbClr val="182235"/>
                </a:solidFill>
              </a:defRPr>
            </a:lvl7pPr>
            <a:lvl8pPr algn="ctr">
              <a:defRPr sz="1350" b="1">
                <a:solidFill>
                  <a:srgbClr val="182235"/>
                </a:solidFill>
              </a:defRPr>
            </a:lvl8pPr>
            <a:lvl9pPr algn="ctr">
              <a:defRPr sz="1350" b="1">
                <a:solidFill>
                  <a:srgbClr val="182235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82235"/>
                </a:solidFill>
              </a:defRPr>
            </a:pPr>
            <a:r>
              <a:rPr sz="1350" b="1">
                <a:solidFill>
                  <a:srgbClr val="182235"/>
                </a:solidFill>
              </a:rPr>
              <a:t>Outlet prep time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4FE145-A370-4618-8D79-3D79F9279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2098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0">
                <a:solidFill>
                  <a:srgbClr val="5D6A7C"/>
                </a:solidFill>
              </a:defRPr>
            </a:defPPr>
            <a:lvl1pPr algn="ctr">
              <a:defRPr sz="975" b="0">
                <a:solidFill>
                  <a:srgbClr val="5D6A7C"/>
                </a:solidFill>
              </a:defRPr>
            </a:lvl1pPr>
            <a:lvl2pPr algn="ctr">
              <a:defRPr sz="975" b="0">
                <a:solidFill>
                  <a:srgbClr val="5D6A7C"/>
                </a:solidFill>
              </a:defRPr>
            </a:lvl2pPr>
            <a:lvl3pPr algn="ctr">
              <a:defRPr sz="975" b="0">
                <a:solidFill>
                  <a:srgbClr val="5D6A7C"/>
                </a:solidFill>
              </a:defRPr>
            </a:lvl3pPr>
            <a:lvl4pPr algn="ctr">
              <a:defRPr sz="975" b="0">
                <a:solidFill>
                  <a:srgbClr val="5D6A7C"/>
                </a:solidFill>
              </a:defRPr>
            </a:lvl4pPr>
            <a:lvl5pPr algn="ctr">
              <a:defRPr sz="975" b="0">
                <a:solidFill>
                  <a:srgbClr val="5D6A7C"/>
                </a:solidFill>
              </a:defRPr>
            </a:lvl5pPr>
            <a:lvl6pPr algn="ctr">
              <a:defRPr sz="975" b="0">
                <a:solidFill>
                  <a:srgbClr val="5D6A7C"/>
                </a:solidFill>
              </a:defRPr>
            </a:lvl6pPr>
            <a:lvl7pPr algn="ctr">
              <a:defRPr sz="975" b="0">
                <a:solidFill>
                  <a:srgbClr val="5D6A7C"/>
                </a:solidFill>
              </a:defRPr>
            </a:lvl7pPr>
            <a:lvl8pPr algn="ctr">
              <a:defRPr sz="975" b="0">
                <a:solidFill>
                  <a:srgbClr val="5D6A7C"/>
                </a:solidFill>
              </a:defRPr>
            </a:lvl8pPr>
            <a:lvl9pPr algn="ctr">
              <a:defRPr sz="975" b="0">
                <a:solidFill>
                  <a:srgbClr val="5D6A7C"/>
                </a:solidFill>
              </a:defRPr>
            </a:lvl9pPr>
          </a:lstStyle>
          <a:p xmlns:a="http://schemas.openxmlformats.org/drawingml/2006/main">
            <a:pPr algn="ctr">
              <a:defRPr sz="975" b="0">
                <a:solidFill>
                  <a:srgbClr val="5D6A7C"/>
                </a:solidFill>
              </a:defRPr>
            </a:pPr>
            <a:r>
              <a:rPr sz="975" b="0">
                <a:solidFill>
                  <a:srgbClr val="5D6A7C"/>
                </a:solidFill>
              </a:rPr>
              <a:t>configured per location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2685C9-9FD4-41A6-BB28-E3296F263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952625"/>
            <a:ext cx="428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250" b="1">
                <a:solidFill>
                  <a:srgbClr val="F2542D"/>
                </a:solidFill>
              </a:defRPr>
            </a:defPPr>
            <a:lvl1pPr algn="ctr">
              <a:defRPr sz="2250" b="1">
                <a:solidFill>
                  <a:srgbClr val="F2542D"/>
                </a:solidFill>
              </a:defRPr>
            </a:lvl1pPr>
            <a:lvl2pPr algn="ctr">
              <a:defRPr sz="2250" b="1">
                <a:solidFill>
                  <a:srgbClr val="F2542D"/>
                </a:solidFill>
              </a:defRPr>
            </a:lvl2pPr>
            <a:lvl3pPr algn="ctr">
              <a:defRPr sz="2250" b="1">
                <a:solidFill>
                  <a:srgbClr val="F2542D"/>
                </a:solidFill>
              </a:defRPr>
            </a:lvl3pPr>
            <a:lvl4pPr algn="ctr">
              <a:defRPr sz="2250" b="1">
                <a:solidFill>
                  <a:srgbClr val="F2542D"/>
                </a:solidFill>
              </a:defRPr>
            </a:lvl4pPr>
            <a:lvl5pPr algn="ctr">
              <a:defRPr sz="2250" b="1">
                <a:solidFill>
                  <a:srgbClr val="F2542D"/>
                </a:solidFill>
              </a:defRPr>
            </a:lvl5pPr>
            <a:lvl6pPr algn="ctr">
              <a:defRPr sz="2250" b="1">
                <a:solidFill>
                  <a:srgbClr val="F2542D"/>
                </a:solidFill>
              </a:defRPr>
            </a:lvl6pPr>
            <a:lvl7pPr algn="ctr">
              <a:defRPr sz="2250" b="1">
                <a:solidFill>
                  <a:srgbClr val="F2542D"/>
                </a:solidFill>
              </a:defRPr>
            </a:lvl7pPr>
            <a:lvl8pPr algn="ctr">
              <a:defRPr sz="2250" b="1">
                <a:solidFill>
                  <a:srgbClr val="F2542D"/>
                </a:solidFill>
              </a:defRPr>
            </a:lvl8pPr>
            <a:lvl9pPr algn="ctr">
              <a:defRPr sz="2250" b="1">
                <a:solidFill>
                  <a:srgbClr val="F2542D"/>
                </a:solidFill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F2542D"/>
                </a:solidFill>
              </a:defRPr>
            </a:pPr>
            <a:r>
              <a:rPr sz="2250" b="1">
                <a:solidFill>
                  <a:srgbClr val="F2542D"/>
                </a:solidFill>
              </a:rPr>
              <a:t>+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56D04C-1865-465A-A621-AA5D15B1B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809750"/>
            <a:ext cx="3333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E4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3A8218-800E-46B6-98D8-0B8C19F33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9431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350" b="1">
                <a:solidFill>
                  <a:srgbClr val="182235"/>
                </a:solidFill>
              </a:defRPr>
            </a:defPPr>
            <a:lvl1pPr algn="ctr">
              <a:defRPr sz="1350" b="1">
                <a:solidFill>
                  <a:srgbClr val="182235"/>
                </a:solidFill>
              </a:defRPr>
            </a:lvl1pPr>
            <a:lvl2pPr algn="ctr">
              <a:defRPr sz="1350" b="1">
                <a:solidFill>
                  <a:srgbClr val="182235"/>
                </a:solidFill>
              </a:defRPr>
            </a:lvl2pPr>
            <a:lvl3pPr algn="ctr">
              <a:defRPr sz="1350" b="1">
                <a:solidFill>
                  <a:srgbClr val="182235"/>
                </a:solidFill>
              </a:defRPr>
            </a:lvl3pPr>
            <a:lvl4pPr algn="ctr">
              <a:defRPr sz="1350" b="1">
                <a:solidFill>
                  <a:srgbClr val="182235"/>
                </a:solidFill>
              </a:defRPr>
            </a:lvl4pPr>
            <a:lvl5pPr algn="ctr">
              <a:defRPr sz="1350" b="1">
                <a:solidFill>
                  <a:srgbClr val="182235"/>
                </a:solidFill>
              </a:defRPr>
            </a:lvl5pPr>
            <a:lvl6pPr algn="ctr">
              <a:defRPr sz="1350" b="1">
                <a:solidFill>
                  <a:srgbClr val="182235"/>
                </a:solidFill>
              </a:defRPr>
            </a:lvl6pPr>
            <a:lvl7pPr algn="ctr">
              <a:defRPr sz="1350" b="1">
                <a:solidFill>
                  <a:srgbClr val="182235"/>
                </a:solidFill>
              </a:defRPr>
            </a:lvl7pPr>
            <a:lvl8pPr algn="ctr">
              <a:defRPr sz="1350" b="1">
                <a:solidFill>
                  <a:srgbClr val="182235"/>
                </a:solidFill>
              </a:defRPr>
            </a:lvl8pPr>
            <a:lvl9pPr algn="ctr">
              <a:defRPr sz="1350" b="1">
                <a:solidFill>
                  <a:srgbClr val="182235"/>
                </a:solidFill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82235"/>
                </a:solidFill>
              </a:defRPr>
            </a:pPr>
            <a:r>
              <a:rPr sz="1350" b="1">
                <a:solidFill>
                  <a:srgbClr val="182235"/>
                </a:solidFill>
              </a:rPr>
              <a:t>2 min per 6 active orders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1DCD35-A48E-45A3-A329-947A63AD1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20980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975" b="0">
                <a:solidFill>
                  <a:srgbClr val="5D6A7C"/>
                </a:solidFill>
              </a:defRPr>
            </a:defPPr>
            <a:lvl1pPr algn="ctr">
              <a:defRPr sz="975" b="0">
                <a:solidFill>
                  <a:srgbClr val="5D6A7C"/>
                </a:solidFill>
              </a:defRPr>
            </a:lvl1pPr>
            <a:lvl2pPr algn="ctr">
              <a:defRPr sz="975" b="0">
                <a:solidFill>
                  <a:srgbClr val="5D6A7C"/>
                </a:solidFill>
              </a:defRPr>
            </a:lvl2pPr>
            <a:lvl3pPr algn="ctr">
              <a:defRPr sz="975" b="0">
                <a:solidFill>
                  <a:srgbClr val="5D6A7C"/>
                </a:solidFill>
              </a:defRPr>
            </a:lvl3pPr>
            <a:lvl4pPr algn="ctr">
              <a:defRPr sz="975" b="0">
                <a:solidFill>
                  <a:srgbClr val="5D6A7C"/>
                </a:solidFill>
              </a:defRPr>
            </a:lvl4pPr>
            <a:lvl5pPr algn="ctr">
              <a:defRPr sz="975" b="0">
                <a:solidFill>
                  <a:srgbClr val="5D6A7C"/>
                </a:solidFill>
              </a:defRPr>
            </a:lvl5pPr>
            <a:lvl6pPr algn="ctr">
              <a:defRPr sz="975" b="0">
                <a:solidFill>
                  <a:srgbClr val="5D6A7C"/>
                </a:solidFill>
              </a:defRPr>
            </a:lvl6pPr>
            <a:lvl7pPr algn="ctr">
              <a:defRPr sz="975" b="0">
                <a:solidFill>
                  <a:srgbClr val="5D6A7C"/>
                </a:solidFill>
              </a:defRPr>
            </a:lvl7pPr>
            <a:lvl8pPr algn="ctr">
              <a:defRPr sz="975" b="0">
                <a:solidFill>
                  <a:srgbClr val="5D6A7C"/>
                </a:solidFill>
              </a:defRPr>
            </a:lvl8pPr>
            <a:lvl9pPr algn="ctr">
              <a:defRPr sz="975" b="0">
                <a:solidFill>
                  <a:srgbClr val="5D6A7C"/>
                </a:solidFill>
              </a:defRPr>
            </a:lvl9pPr>
          </a:lstStyle>
          <a:p xmlns:a="http://schemas.openxmlformats.org/drawingml/2006/main">
            <a:pPr algn="ctr">
              <a:defRPr sz="975" b="0">
                <a:solidFill>
                  <a:srgbClr val="5D6A7C"/>
                </a:solidFill>
              </a:defRPr>
            </a:pPr>
            <a:r>
              <a:rPr sz="975" b="0">
                <a:solidFill>
                  <a:srgbClr val="5D6A7C"/>
                </a:solidFill>
              </a:rPr>
              <a:t>placed, confirmed or preparing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773F71-1A73-4B3E-9259-002715406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09925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5D6A7C"/>
                </a:solidFill>
              </a:defRPr>
            </a:defPPr>
            <a:lvl1pPr algn="l">
              <a:defRPr sz="975" b="1">
                <a:solidFill>
                  <a:srgbClr val="5D6A7C"/>
                </a:solidFill>
              </a:defRPr>
            </a:lvl1pPr>
            <a:lvl2pPr algn="l">
              <a:defRPr sz="975" b="1">
                <a:solidFill>
                  <a:srgbClr val="5D6A7C"/>
                </a:solidFill>
              </a:defRPr>
            </a:lvl2pPr>
            <a:lvl3pPr algn="l">
              <a:defRPr sz="975" b="1">
                <a:solidFill>
                  <a:srgbClr val="5D6A7C"/>
                </a:solidFill>
              </a:defRPr>
            </a:lvl3pPr>
            <a:lvl4pPr algn="l">
              <a:defRPr sz="975" b="1">
                <a:solidFill>
                  <a:srgbClr val="5D6A7C"/>
                </a:solidFill>
              </a:defRPr>
            </a:lvl4pPr>
            <a:lvl5pPr algn="l">
              <a:defRPr sz="975" b="1">
                <a:solidFill>
                  <a:srgbClr val="5D6A7C"/>
                </a:solidFill>
              </a:defRPr>
            </a:lvl5pPr>
            <a:lvl6pPr algn="l">
              <a:defRPr sz="975" b="1">
                <a:solidFill>
                  <a:srgbClr val="5D6A7C"/>
                </a:solidFill>
              </a:defRPr>
            </a:lvl6pPr>
            <a:lvl7pPr algn="l">
              <a:defRPr sz="975" b="1">
                <a:solidFill>
                  <a:srgbClr val="5D6A7C"/>
                </a:solidFill>
              </a:defRPr>
            </a:lvl7pPr>
            <a:lvl8pPr algn="l">
              <a:defRPr sz="975" b="1">
                <a:solidFill>
                  <a:srgbClr val="5D6A7C"/>
                </a:solidFill>
              </a:defRPr>
            </a:lvl8pPr>
            <a:lvl9pPr algn="l">
              <a:defRPr sz="975" b="1">
                <a:solidFill>
                  <a:srgbClr val="5D6A7C"/>
                </a:solidFill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5D6A7C"/>
                </a:solidFill>
              </a:defRPr>
            </a:pPr>
            <a:r>
              <a:rPr sz="975" b="1">
                <a:solidFill>
                  <a:srgbClr val="5D6A7C"/>
                </a:solidFill>
              </a:rPr>
              <a:t>ACTIVE ORDERS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E3E592-ADEE-4638-81BA-3269DBC62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20992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75" b="1">
                <a:solidFill>
                  <a:srgbClr val="5D6A7C"/>
                </a:solidFill>
              </a:defRPr>
            </a:defPPr>
            <a:lvl1pPr algn="l">
              <a:defRPr sz="975" b="1">
                <a:solidFill>
                  <a:srgbClr val="5D6A7C"/>
                </a:solidFill>
              </a:defRPr>
            </a:lvl1pPr>
            <a:lvl2pPr algn="l">
              <a:defRPr sz="975" b="1">
                <a:solidFill>
                  <a:srgbClr val="5D6A7C"/>
                </a:solidFill>
              </a:defRPr>
            </a:lvl2pPr>
            <a:lvl3pPr algn="l">
              <a:defRPr sz="975" b="1">
                <a:solidFill>
                  <a:srgbClr val="5D6A7C"/>
                </a:solidFill>
              </a:defRPr>
            </a:lvl3pPr>
            <a:lvl4pPr algn="l">
              <a:defRPr sz="975" b="1">
                <a:solidFill>
                  <a:srgbClr val="5D6A7C"/>
                </a:solidFill>
              </a:defRPr>
            </a:lvl4pPr>
            <a:lvl5pPr algn="l">
              <a:defRPr sz="975" b="1">
                <a:solidFill>
                  <a:srgbClr val="5D6A7C"/>
                </a:solidFill>
              </a:defRPr>
            </a:lvl5pPr>
            <a:lvl6pPr algn="l">
              <a:defRPr sz="975" b="1">
                <a:solidFill>
                  <a:srgbClr val="5D6A7C"/>
                </a:solidFill>
              </a:defRPr>
            </a:lvl6pPr>
            <a:lvl7pPr algn="l">
              <a:defRPr sz="975" b="1">
                <a:solidFill>
                  <a:srgbClr val="5D6A7C"/>
                </a:solidFill>
              </a:defRPr>
            </a:lvl7pPr>
            <a:lvl8pPr algn="l">
              <a:defRPr sz="975" b="1">
                <a:solidFill>
                  <a:srgbClr val="5D6A7C"/>
                </a:solidFill>
              </a:defRPr>
            </a:lvl8pPr>
            <a:lvl9pPr algn="l">
              <a:defRPr sz="975" b="1">
                <a:solidFill>
                  <a:srgbClr val="5D6A7C"/>
                </a:solidFill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5D6A7C"/>
                </a:solidFill>
              </a:defRPr>
            </a:pPr>
            <a:r>
              <a:rPr sz="975" b="1">
                <a:solidFill>
                  <a:srgbClr val="5D6A7C"/>
                </a:solidFill>
              </a:rPr>
              <a:t>STUDENT ESTIMATE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002812-6117-4335-9A10-D87CDE254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62350"/>
            <a:ext cx="542925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810286-F6FC-4E88-AD29-6C9968392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6235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182235"/>
                </a:solidFill>
              </a:defRPr>
            </a:defPPr>
            <a:lvl1pPr algn="l">
              <a:defRPr sz="1275" b="0">
                <a:solidFill>
                  <a:srgbClr val="182235"/>
                </a:solidFill>
              </a:defRPr>
            </a:lvl1pPr>
            <a:lvl2pPr algn="l">
              <a:defRPr sz="1275" b="0">
                <a:solidFill>
                  <a:srgbClr val="182235"/>
                </a:solidFill>
              </a:defRPr>
            </a:lvl2pPr>
            <a:lvl3pPr algn="l">
              <a:defRPr sz="1275" b="0">
                <a:solidFill>
                  <a:srgbClr val="182235"/>
                </a:solidFill>
              </a:defRPr>
            </a:lvl3pPr>
            <a:lvl4pPr algn="l">
              <a:defRPr sz="1275" b="0">
                <a:solidFill>
                  <a:srgbClr val="182235"/>
                </a:solidFill>
              </a:defRPr>
            </a:lvl4pPr>
            <a:lvl5pPr algn="l">
              <a:defRPr sz="1275" b="0">
                <a:solidFill>
                  <a:srgbClr val="182235"/>
                </a:solidFill>
              </a:defRPr>
            </a:lvl5pPr>
            <a:lvl6pPr algn="l">
              <a:defRPr sz="1275" b="0">
                <a:solidFill>
                  <a:srgbClr val="182235"/>
                </a:solidFill>
              </a:defRPr>
            </a:lvl6pPr>
            <a:lvl7pPr algn="l">
              <a:defRPr sz="1275" b="0">
                <a:solidFill>
                  <a:srgbClr val="182235"/>
                </a:solidFill>
              </a:defRPr>
            </a:lvl7pPr>
            <a:lvl8pPr algn="l">
              <a:defRPr sz="1275" b="0">
                <a:solidFill>
                  <a:srgbClr val="182235"/>
                </a:solidFill>
              </a:defRPr>
            </a:lvl8pPr>
            <a:lvl9pPr algn="l">
              <a:defRPr sz="1275" b="0">
                <a:solidFill>
                  <a:srgbClr val="182235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82235"/>
                </a:solidFill>
              </a:defRPr>
            </a:pPr>
            <a:r>
              <a:rPr sz="1275" b="0">
                <a:solidFill>
                  <a:srgbClr val="182235"/>
                </a:solidFill>
              </a:rPr>
              <a:t>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676281-ABB3-48C6-82DB-B0F297B72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56235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182235"/>
                </a:solidFill>
              </a:defRPr>
            </a:defPPr>
            <a:lvl1pPr algn="l">
              <a:defRPr sz="1275" b="1">
                <a:solidFill>
                  <a:srgbClr val="182235"/>
                </a:solidFill>
              </a:defRPr>
            </a:lvl1pPr>
            <a:lvl2pPr algn="l">
              <a:defRPr sz="1275" b="1">
                <a:solidFill>
                  <a:srgbClr val="182235"/>
                </a:solidFill>
              </a:defRPr>
            </a:lvl2pPr>
            <a:lvl3pPr algn="l">
              <a:defRPr sz="1275" b="1">
                <a:solidFill>
                  <a:srgbClr val="182235"/>
                </a:solidFill>
              </a:defRPr>
            </a:lvl3pPr>
            <a:lvl4pPr algn="l">
              <a:defRPr sz="1275" b="1">
                <a:solidFill>
                  <a:srgbClr val="182235"/>
                </a:solidFill>
              </a:defRPr>
            </a:lvl4pPr>
            <a:lvl5pPr algn="l">
              <a:defRPr sz="1275" b="1">
                <a:solidFill>
                  <a:srgbClr val="182235"/>
                </a:solidFill>
              </a:defRPr>
            </a:lvl5pPr>
            <a:lvl6pPr algn="l">
              <a:defRPr sz="1275" b="1">
                <a:solidFill>
                  <a:srgbClr val="182235"/>
                </a:solidFill>
              </a:defRPr>
            </a:lvl6pPr>
            <a:lvl7pPr algn="l">
              <a:defRPr sz="1275" b="1">
                <a:solidFill>
                  <a:srgbClr val="182235"/>
                </a:solidFill>
              </a:defRPr>
            </a:lvl7pPr>
            <a:lvl8pPr algn="l">
              <a:defRPr sz="1275" b="1">
                <a:solidFill>
                  <a:srgbClr val="182235"/>
                </a:solidFill>
              </a:defRPr>
            </a:lvl8pPr>
            <a:lvl9pPr algn="l">
              <a:defRPr sz="1275" b="1">
                <a:solidFill>
                  <a:srgbClr val="182235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82235"/>
                </a:solidFill>
              </a:defRPr>
            </a:pPr>
            <a:r>
              <a:rPr sz="1275" b="1">
                <a:solidFill>
                  <a:srgbClr val="182235"/>
                </a:solidFill>
              </a:rPr>
              <a:t>10 min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C10CEA-C9DD-4C18-AD5D-7E6C8E8A2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71925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182235"/>
                </a:solidFill>
              </a:defRPr>
            </a:defPPr>
            <a:lvl1pPr algn="l">
              <a:defRPr sz="1275" b="0">
                <a:solidFill>
                  <a:srgbClr val="182235"/>
                </a:solidFill>
              </a:defRPr>
            </a:lvl1pPr>
            <a:lvl2pPr algn="l">
              <a:defRPr sz="1275" b="0">
                <a:solidFill>
                  <a:srgbClr val="182235"/>
                </a:solidFill>
              </a:defRPr>
            </a:lvl2pPr>
            <a:lvl3pPr algn="l">
              <a:defRPr sz="1275" b="0">
                <a:solidFill>
                  <a:srgbClr val="182235"/>
                </a:solidFill>
              </a:defRPr>
            </a:lvl3pPr>
            <a:lvl4pPr algn="l">
              <a:defRPr sz="1275" b="0">
                <a:solidFill>
                  <a:srgbClr val="182235"/>
                </a:solidFill>
              </a:defRPr>
            </a:lvl4pPr>
            <a:lvl5pPr algn="l">
              <a:defRPr sz="1275" b="0">
                <a:solidFill>
                  <a:srgbClr val="182235"/>
                </a:solidFill>
              </a:defRPr>
            </a:lvl5pPr>
            <a:lvl6pPr algn="l">
              <a:defRPr sz="1275" b="0">
                <a:solidFill>
                  <a:srgbClr val="182235"/>
                </a:solidFill>
              </a:defRPr>
            </a:lvl6pPr>
            <a:lvl7pPr algn="l">
              <a:defRPr sz="1275" b="0">
                <a:solidFill>
                  <a:srgbClr val="182235"/>
                </a:solidFill>
              </a:defRPr>
            </a:lvl7pPr>
            <a:lvl8pPr algn="l">
              <a:defRPr sz="1275" b="0">
                <a:solidFill>
                  <a:srgbClr val="182235"/>
                </a:solidFill>
              </a:defRPr>
            </a:lvl8pPr>
            <a:lvl9pPr algn="l">
              <a:defRPr sz="1275" b="0">
                <a:solidFill>
                  <a:srgbClr val="182235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82235"/>
                </a:solidFill>
              </a:defRPr>
            </a:pPr>
            <a:r>
              <a:rPr sz="1275" b="0">
                <a:solidFill>
                  <a:srgbClr val="182235"/>
                </a:solidFill>
              </a:rPr>
              <a:t>1–6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A330DE-C0D7-455C-878F-EC5FEE776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971925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182235"/>
                </a:solidFill>
              </a:defRPr>
            </a:defPPr>
            <a:lvl1pPr algn="l">
              <a:defRPr sz="1275" b="1">
                <a:solidFill>
                  <a:srgbClr val="182235"/>
                </a:solidFill>
              </a:defRPr>
            </a:lvl1pPr>
            <a:lvl2pPr algn="l">
              <a:defRPr sz="1275" b="1">
                <a:solidFill>
                  <a:srgbClr val="182235"/>
                </a:solidFill>
              </a:defRPr>
            </a:lvl2pPr>
            <a:lvl3pPr algn="l">
              <a:defRPr sz="1275" b="1">
                <a:solidFill>
                  <a:srgbClr val="182235"/>
                </a:solidFill>
              </a:defRPr>
            </a:lvl3pPr>
            <a:lvl4pPr algn="l">
              <a:defRPr sz="1275" b="1">
                <a:solidFill>
                  <a:srgbClr val="182235"/>
                </a:solidFill>
              </a:defRPr>
            </a:lvl4pPr>
            <a:lvl5pPr algn="l">
              <a:defRPr sz="1275" b="1">
                <a:solidFill>
                  <a:srgbClr val="182235"/>
                </a:solidFill>
              </a:defRPr>
            </a:lvl5pPr>
            <a:lvl6pPr algn="l">
              <a:defRPr sz="1275" b="1">
                <a:solidFill>
                  <a:srgbClr val="182235"/>
                </a:solidFill>
              </a:defRPr>
            </a:lvl6pPr>
            <a:lvl7pPr algn="l">
              <a:defRPr sz="1275" b="1">
                <a:solidFill>
                  <a:srgbClr val="182235"/>
                </a:solidFill>
              </a:defRPr>
            </a:lvl7pPr>
            <a:lvl8pPr algn="l">
              <a:defRPr sz="1275" b="1">
                <a:solidFill>
                  <a:srgbClr val="182235"/>
                </a:solidFill>
              </a:defRPr>
            </a:lvl8pPr>
            <a:lvl9pPr algn="l">
              <a:defRPr sz="1275" b="1">
                <a:solidFill>
                  <a:srgbClr val="182235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82235"/>
                </a:solidFill>
              </a:defRPr>
            </a:pPr>
            <a:r>
              <a:rPr sz="1275" b="1">
                <a:solidFill>
                  <a:srgbClr val="182235"/>
                </a:solidFill>
              </a:rPr>
              <a:t>12 min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056DB0-9348-4752-8CC1-16B0F79DA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81500"/>
            <a:ext cx="542925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B19DFB-D977-4970-830E-0CFC7918D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8150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182235"/>
                </a:solidFill>
              </a:defRPr>
            </a:defPPr>
            <a:lvl1pPr algn="l">
              <a:defRPr sz="1275" b="0">
                <a:solidFill>
                  <a:srgbClr val="182235"/>
                </a:solidFill>
              </a:defRPr>
            </a:lvl1pPr>
            <a:lvl2pPr algn="l">
              <a:defRPr sz="1275" b="0">
                <a:solidFill>
                  <a:srgbClr val="182235"/>
                </a:solidFill>
              </a:defRPr>
            </a:lvl2pPr>
            <a:lvl3pPr algn="l">
              <a:defRPr sz="1275" b="0">
                <a:solidFill>
                  <a:srgbClr val="182235"/>
                </a:solidFill>
              </a:defRPr>
            </a:lvl3pPr>
            <a:lvl4pPr algn="l">
              <a:defRPr sz="1275" b="0">
                <a:solidFill>
                  <a:srgbClr val="182235"/>
                </a:solidFill>
              </a:defRPr>
            </a:lvl4pPr>
            <a:lvl5pPr algn="l">
              <a:defRPr sz="1275" b="0">
                <a:solidFill>
                  <a:srgbClr val="182235"/>
                </a:solidFill>
              </a:defRPr>
            </a:lvl5pPr>
            <a:lvl6pPr algn="l">
              <a:defRPr sz="1275" b="0">
                <a:solidFill>
                  <a:srgbClr val="182235"/>
                </a:solidFill>
              </a:defRPr>
            </a:lvl6pPr>
            <a:lvl7pPr algn="l">
              <a:defRPr sz="1275" b="0">
                <a:solidFill>
                  <a:srgbClr val="182235"/>
                </a:solidFill>
              </a:defRPr>
            </a:lvl7pPr>
            <a:lvl8pPr algn="l">
              <a:defRPr sz="1275" b="0">
                <a:solidFill>
                  <a:srgbClr val="182235"/>
                </a:solidFill>
              </a:defRPr>
            </a:lvl8pPr>
            <a:lvl9pPr algn="l">
              <a:defRPr sz="1275" b="0">
                <a:solidFill>
                  <a:srgbClr val="182235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82235"/>
                </a:solidFill>
              </a:defRPr>
            </a:pPr>
            <a:r>
              <a:rPr sz="1275" b="0">
                <a:solidFill>
                  <a:srgbClr val="182235"/>
                </a:solidFill>
              </a:rPr>
              <a:t>7–12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3090BE-4771-4893-944F-1367C82F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38150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182235"/>
                </a:solidFill>
              </a:defRPr>
            </a:defPPr>
            <a:lvl1pPr algn="l">
              <a:defRPr sz="1275" b="1">
                <a:solidFill>
                  <a:srgbClr val="182235"/>
                </a:solidFill>
              </a:defRPr>
            </a:lvl1pPr>
            <a:lvl2pPr algn="l">
              <a:defRPr sz="1275" b="1">
                <a:solidFill>
                  <a:srgbClr val="182235"/>
                </a:solidFill>
              </a:defRPr>
            </a:lvl2pPr>
            <a:lvl3pPr algn="l">
              <a:defRPr sz="1275" b="1">
                <a:solidFill>
                  <a:srgbClr val="182235"/>
                </a:solidFill>
              </a:defRPr>
            </a:lvl3pPr>
            <a:lvl4pPr algn="l">
              <a:defRPr sz="1275" b="1">
                <a:solidFill>
                  <a:srgbClr val="182235"/>
                </a:solidFill>
              </a:defRPr>
            </a:lvl4pPr>
            <a:lvl5pPr algn="l">
              <a:defRPr sz="1275" b="1">
                <a:solidFill>
                  <a:srgbClr val="182235"/>
                </a:solidFill>
              </a:defRPr>
            </a:lvl5pPr>
            <a:lvl6pPr algn="l">
              <a:defRPr sz="1275" b="1">
                <a:solidFill>
                  <a:srgbClr val="182235"/>
                </a:solidFill>
              </a:defRPr>
            </a:lvl6pPr>
            <a:lvl7pPr algn="l">
              <a:defRPr sz="1275" b="1">
                <a:solidFill>
                  <a:srgbClr val="182235"/>
                </a:solidFill>
              </a:defRPr>
            </a:lvl7pPr>
            <a:lvl8pPr algn="l">
              <a:defRPr sz="1275" b="1">
                <a:solidFill>
                  <a:srgbClr val="182235"/>
                </a:solidFill>
              </a:defRPr>
            </a:lvl8pPr>
            <a:lvl9pPr algn="l">
              <a:defRPr sz="1275" b="1">
                <a:solidFill>
                  <a:srgbClr val="182235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82235"/>
                </a:solidFill>
              </a:defRPr>
            </a:pPr>
            <a:r>
              <a:rPr sz="1275" b="1">
                <a:solidFill>
                  <a:srgbClr val="182235"/>
                </a:solidFill>
              </a:rPr>
              <a:t>14 min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EB3BC1-EEA1-483C-90D4-00482922F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91075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182235"/>
                </a:solidFill>
              </a:defRPr>
            </a:defPPr>
            <a:lvl1pPr algn="l">
              <a:defRPr sz="1275" b="1">
                <a:solidFill>
                  <a:srgbClr val="182235"/>
                </a:solidFill>
              </a:defRPr>
            </a:lvl1pPr>
            <a:lvl2pPr algn="l">
              <a:defRPr sz="1275" b="1">
                <a:solidFill>
                  <a:srgbClr val="182235"/>
                </a:solidFill>
              </a:defRPr>
            </a:lvl2pPr>
            <a:lvl3pPr algn="l">
              <a:defRPr sz="1275" b="1">
                <a:solidFill>
                  <a:srgbClr val="182235"/>
                </a:solidFill>
              </a:defRPr>
            </a:lvl3pPr>
            <a:lvl4pPr algn="l">
              <a:defRPr sz="1275" b="1">
                <a:solidFill>
                  <a:srgbClr val="182235"/>
                </a:solidFill>
              </a:defRPr>
            </a:lvl4pPr>
            <a:lvl5pPr algn="l">
              <a:defRPr sz="1275" b="1">
                <a:solidFill>
                  <a:srgbClr val="182235"/>
                </a:solidFill>
              </a:defRPr>
            </a:lvl5pPr>
            <a:lvl6pPr algn="l">
              <a:defRPr sz="1275" b="1">
                <a:solidFill>
                  <a:srgbClr val="182235"/>
                </a:solidFill>
              </a:defRPr>
            </a:lvl6pPr>
            <a:lvl7pPr algn="l">
              <a:defRPr sz="1275" b="1">
                <a:solidFill>
                  <a:srgbClr val="182235"/>
                </a:solidFill>
              </a:defRPr>
            </a:lvl7pPr>
            <a:lvl8pPr algn="l">
              <a:defRPr sz="1275" b="1">
                <a:solidFill>
                  <a:srgbClr val="182235"/>
                </a:solidFill>
              </a:defRPr>
            </a:lvl8pPr>
            <a:lvl9pPr algn="l">
              <a:defRPr sz="1275" b="1">
                <a:solidFill>
                  <a:srgbClr val="182235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82235"/>
                </a:solidFill>
              </a:defRPr>
            </a:pPr>
            <a:r>
              <a:rPr sz="1275" b="1">
                <a:solidFill>
                  <a:srgbClr val="182235"/>
                </a:solidFill>
              </a:rPr>
              <a:t>13–18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667EA4-0457-439D-886C-21394DFA9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791075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F2542D"/>
                </a:solidFill>
              </a:defRPr>
            </a:defPPr>
            <a:lvl1pPr algn="l">
              <a:defRPr sz="1275" b="1">
                <a:solidFill>
                  <a:srgbClr val="F2542D"/>
                </a:solidFill>
              </a:defRPr>
            </a:lvl1pPr>
            <a:lvl2pPr algn="l">
              <a:defRPr sz="1275" b="1">
                <a:solidFill>
                  <a:srgbClr val="F2542D"/>
                </a:solidFill>
              </a:defRPr>
            </a:lvl2pPr>
            <a:lvl3pPr algn="l">
              <a:defRPr sz="1275" b="1">
                <a:solidFill>
                  <a:srgbClr val="F2542D"/>
                </a:solidFill>
              </a:defRPr>
            </a:lvl3pPr>
            <a:lvl4pPr algn="l">
              <a:defRPr sz="1275" b="1">
                <a:solidFill>
                  <a:srgbClr val="F2542D"/>
                </a:solidFill>
              </a:defRPr>
            </a:lvl4pPr>
            <a:lvl5pPr algn="l">
              <a:defRPr sz="1275" b="1">
                <a:solidFill>
                  <a:srgbClr val="F2542D"/>
                </a:solidFill>
              </a:defRPr>
            </a:lvl5pPr>
            <a:lvl6pPr algn="l">
              <a:defRPr sz="1275" b="1">
                <a:solidFill>
                  <a:srgbClr val="F2542D"/>
                </a:solidFill>
              </a:defRPr>
            </a:lvl6pPr>
            <a:lvl7pPr algn="l">
              <a:defRPr sz="1275" b="1">
                <a:solidFill>
                  <a:srgbClr val="F2542D"/>
                </a:solidFill>
              </a:defRPr>
            </a:lvl7pPr>
            <a:lvl8pPr algn="l">
              <a:defRPr sz="1275" b="1">
                <a:solidFill>
                  <a:srgbClr val="F2542D"/>
                </a:solidFill>
              </a:defRPr>
            </a:lvl8pPr>
            <a:lvl9pPr algn="l">
              <a:defRPr sz="1275" b="1">
                <a:solidFill>
                  <a:srgbClr val="F2542D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F2542D"/>
                </a:solidFill>
              </a:defRPr>
            </a:pPr>
            <a:r>
              <a:rPr sz="1275" b="1">
                <a:solidFill>
                  <a:srgbClr val="F2542D"/>
                </a:solidFill>
              </a:rPr>
              <a:t>16 min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7C9D154-566E-4410-8D39-9B388F1F2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00650"/>
            <a:ext cx="5429250" cy="36195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752C3F0-DCE0-49C2-82DF-52CCFE716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0065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182235"/>
                </a:solidFill>
              </a:defRPr>
            </a:defPPr>
            <a:lvl1pPr algn="l">
              <a:defRPr sz="1275" b="0">
                <a:solidFill>
                  <a:srgbClr val="182235"/>
                </a:solidFill>
              </a:defRPr>
            </a:lvl1pPr>
            <a:lvl2pPr algn="l">
              <a:defRPr sz="1275" b="0">
                <a:solidFill>
                  <a:srgbClr val="182235"/>
                </a:solidFill>
              </a:defRPr>
            </a:lvl2pPr>
            <a:lvl3pPr algn="l">
              <a:defRPr sz="1275" b="0">
                <a:solidFill>
                  <a:srgbClr val="182235"/>
                </a:solidFill>
              </a:defRPr>
            </a:lvl3pPr>
            <a:lvl4pPr algn="l">
              <a:defRPr sz="1275" b="0">
                <a:solidFill>
                  <a:srgbClr val="182235"/>
                </a:solidFill>
              </a:defRPr>
            </a:lvl4pPr>
            <a:lvl5pPr algn="l">
              <a:defRPr sz="1275" b="0">
                <a:solidFill>
                  <a:srgbClr val="182235"/>
                </a:solidFill>
              </a:defRPr>
            </a:lvl5pPr>
            <a:lvl6pPr algn="l">
              <a:defRPr sz="1275" b="0">
                <a:solidFill>
                  <a:srgbClr val="182235"/>
                </a:solidFill>
              </a:defRPr>
            </a:lvl6pPr>
            <a:lvl7pPr algn="l">
              <a:defRPr sz="1275" b="0">
                <a:solidFill>
                  <a:srgbClr val="182235"/>
                </a:solidFill>
              </a:defRPr>
            </a:lvl7pPr>
            <a:lvl8pPr algn="l">
              <a:defRPr sz="1275" b="0">
                <a:solidFill>
                  <a:srgbClr val="182235"/>
                </a:solidFill>
              </a:defRPr>
            </a:lvl8pPr>
            <a:lvl9pPr algn="l">
              <a:defRPr sz="1275" b="0">
                <a:solidFill>
                  <a:srgbClr val="182235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82235"/>
                </a:solidFill>
              </a:defRPr>
            </a:pPr>
            <a:r>
              <a:rPr sz="1275" b="0">
                <a:solidFill>
                  <a:srgbClr val="182235"/>
                </a:solidFill>
              </a:rPr>
              <a:t>19–24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1A950A-ACAE-418C-AD28-AFA918C55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20065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1">
                <a:solidFill>
                  <a:srgbClr val="182235"/>
                </a:solidFill>
              </a:defRPr>
            </a:defPPr>
            <a:lvl1pPr algn="l">
              <a:defRPr sz="1275" b="1">
                <a:solidFill>
                  <a:srgbClr val="182235"/>
                </a:solidFill>
              </a:defRPr>
            </a:lvl1pPr>
            <a:lvl2pPr algn="l">
              <a:defRPr sz="1275" b="1">
                <a:solidFill>
                  <a:srgbClr val="182235"/>
                </a:solidFill>
              </a:defRPr>
            </a:lvl2pPr>
            <a:lvl3pPr algn="l">
              <a:defRPr sz="1275" b="1">
                <a:solidFill>
                  <a:srgbClr val="182235"/>
                </a:solidFill>
              </a:defRPr>
            </a:lvl3pPr>
            <a:lvl4pPr algn="l">
              <a:defRPr sz="1275" b="1">
                <a:solidFill>
                  <a:srgbClr val="182235"/>
                </a:solidFill>
              </a:defRPr>
            </a:lvl4pPr>
            <a:lvl5pPr algn="l">
              <a:defRPr sz="1275" b="1">
                <a:solidFill>
                  <a:srgbClr val="182235"/>
                </a:solidFill>
              </a:defRPr>
            </a:lvl5pPr>
            <a:lvl6pPr algn="l">
              <a:defRPr sz="1275" b="1">
                <a:solidFill>
                  <a:srgbClr val="182235"/>
                </a:solidFill>
              </a:defRPr>
            </a:lvl6pPr>
            <a:lvl7pPr algn="l">
              <a:defRPr sz="1275" b="1">
                <a:solidFill>
                  <a:srgbClr val="182235"/>
                </a:solidFill>
              </a:defRPr>
            </a:lvl7pPr>
            <a:lvl8pPr algn="l">
              <a:defRPr sz="1275" b="1">
                <a:solidFill>
                  <a:srgbClr val="182235"/>
                </a:solidFill>
              </a:defRPr>
            </a:lvl8pPr>
            <a:lvl9pPr algn="l">
              <a:defRPr sz="1275" b="1">
                <a:solidFill>
                  <a:srgbClr val="182235"/>
                </a:solidFill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82235"/>
                </a:solidFill>
              </a:defRPr>
            </a:pPr>
            <a:r>
              <a:rPr sz="1275" b="1">
                <a:solidFill>
                  <a:srgbClr val="182235"/>
                </a:solidFill>
              </a:rPr>
              <a:t>18 min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B4AC3A0-C2CE-425E-A863-4FF4A3FB3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76600"/>
            <a:ext cx="3714750" cy="207645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21324B"/>
          </a:solidFill>
          <a:ln xmlns:a="http://schemas.openxmlformats.org/drawingml/2006/main" w="9525">
            <a:solidFill>
              <a:srgbClr val="21324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B20D491-A600-40F7-9C60-3E221D34C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53377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FFC2AA"/>
                </a:solidFill>
              </a:defRPr>
            </a:defPPr>
            <a:lvl1pPr algn="l">
              <a:defRPr sz="900" b="1">
                <a:solidFill>
                  <a:srgbClr val="FFC2AA"/>
                </a:solidFill>
              </a:defRPr>
            </a:lvl1pPr>
            <a:lvl2pPr algn="l">
              <a:defRPr sz="900" b="1">
                <a:solidFill>
                  <a:srgbClr val="FFC2AA"/>
                </a:solidFill>
              </a:defRPr>
            </a:lvl2pPr>
            <a:lvl3pPr algn="l">
              <a:defRPr sz="900" b="1">
                <a:solidFill>
                  <a:srgbClr val="FFC2AA"/>
                </a:solidFill>
              </a:defRPr>
            </a:lvl3pPr>
            <a:lvl4pPr algn="l">
              <a:defRPr sz="900" b="1">
                <a:solidFill>
                  <a:srgbClr val="FFC2AA"/>
                </a:solidFill>
              </a:defRPr>
            </a:lvl4pPr>
            <a:lvl5pPr algn="l">
              <a:defRPr sz="900" b="1">
                <a:solidFill>
                  <a:srgbClr val="FFC2AA"/>
                </a:solidFill>
              </a:defRPr>
            </a:lvl5pPr>
            <a:lvl6pPr algn="l">
              <a:defRPr sz="900" b="1">
                <a:solidFill>
                  <a:srgbClr val="FFC2AA"/>
                </a:solidFill>
              </a:defRPr>
            </a:lvl6pPr>
            <a:lvl7pPr algn="l">
              <a:defRPr sz="900" b="1">
                <a:solidFill>
                  <a:srgbClr val="FFC2AA"/>
                </a:solidFill>
              </a:defRPr>
            </a:lvl7pPr>
            <a:lvl8pPr algn="l">
              <a:defRPr sz="900" b="1">
                <a:solidFill>
                  <a:srgbClr val="FFC2AA"/>
                </a:solidFill>
              </a:defRPr>
            </a:lvl8pPr>
            <a:lvl9pPr algn="l">
              <a:defRPr sz="900" b="1">
                <a:solidFill>
                  <a:srgbClr val="FFC2AA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FFC2AA"/>
                </a:solidFill>
              </a:defRPr>
            </a:pPr>
            <a:r>
              <a:rPr sz="900" b="1">
                <a:solidFill>
                  <a:srgbClr val="FFC2AA"/>
                </a:solidFill>
              </a:rPr>
              <a:t>WHAT CHANGES LIVE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0614BD7-FB78-4363-83DA-99CED6527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100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542D"/>
          </a:solidFill>
          <a:ln xmlns:a="http://schemas.openxmlformats.org/drawingml/2006/main" w="0">
            <a:solidFill>
              <a:srgbClr val="F2542D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9C16368-3329-447D-AF1B-ADA899680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905250"/>
            <a:ext cx="2876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FFFFFF"/>
                </a:solidFill>
              </a:defRPr>
            </a:defPPr>
            <a:lvl1pPr algn="l">
              <a:defRPr sz="1275" b="0">
                <a:solidFill>
                  <a:srgbClr val="FFFFFF"/>
                </a:solidFill>
              </a:defRPr>
            </a:lvl1pPr>
            <a:lvl2pPr algn="l">
              <a:defRPr sz="1275" b="0">
                <a:solidFill>
                  <a:srgbClr val="FFFFFF"/>
                </a:solidFill>
              </a:defRPr>
            </a:lvl2pPr>
            <a:lvl3pPr algn="l">
              <a:defRPr sz="1275" b="0">
                <a:solidFill>
                  <a:srgbClr val="FFFFFF"/>
                </a:solidFill>
              </a:defRPr>
            </a:lvl3pPr>
            <a:lvl4pPr algn="l">
              <a:defRPr sz="1275" b="0">
                <a:solidFill>
                  <a:srgbClr val="FFFFFF"/>
                </a:solidFill>
              </a:defRPr>
            </a:lvl4pPr>
            <a:lvl5pPr algn="l">
              <a:defRPr sz="1275" b="0">
                <a:solidFill>
                  <a:srgbClr val="FFFFFF"/>
                </a:solidFill>
              </a:defRPr>
            </a:lvl5pPr>
            <a:lvl6pPr algn="l">
              <a:defRPr sz="1275" b="0">
                <a:solidFill>
                  <a:srgbClr val="FFFFFF"/>
                </a:solidFill>
              </a:defRPr>
            </a:lvl6pPr>
            <a:lvl7pPr algn="l">
              <a:defRPr sz="1275" b="0">
                <a:solidFill>
                  <a:srgbClr val="FFFFFF"/>
                </a:solidFill>
              </a:defRPr>
            </a:lvl7pPr>
            <a:lvl8pPr algn="l">
              <a:defRPr sz="1275" b="0">
                <a:solidFill>
                  <a:srgbClr val="FFFFFF"/>
                </a:solidFill>
              </a:defRPr>
            </a:lvl8pPr>
            <a:lvl9pPr algn="l">
              <a:defRPr sz="1275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New order raises active load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4EE3D71-8DDA-487A-AB71-B26619662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4958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542D"/>
          </a:solidFill>
          <a:ln xmlns:a="http://schemas.openxmlformats.org/drawingml/2006/main" w="0">
            <a:solidFill>
              <a:srgbClr val="F2542D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093897C-3EED-4FF0-AB31-942051C3A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391025"/>
            <a:ext cx="2876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FFFFFF"/>
                </a:solidFill>
              </a:defRPr>
            </a:defPPr>
            <a:lvl1pPr algn="l">
              <a:defRPr sz="1275" b="0">
                <a:solidFill>
                  <a:srgbClr val="FFFFFF"/>
                </a:solidFill>
              </a:defRPr>
            </a:lvl1pPr>
            <a:lvl2pPr algn="l">
              <a:defRPr sz="1275" b="0">
                <a:solidFill>
                  <a:srgbClr val="FFFFFF"/>
                </a:solidFill>
              </a:defRPr>
            </a:lvl2pPr>
            <a:lvl3pPr algn="l">
              <a:defRPr sz="1275" b="0">
                <a:solidFill>
                  <a:srgbClr val="FFFFFF"/>
                </a:solidFill>
              </a:defRPr>
            </a:lvl3pPr>
            <a:lvl4pPr algn="l">
              <a:defRPr sz="1275" b="0">
                <a:solidFill>
                  <a:srgbClr val="FFFFFF"/>
                </a:solidFill>
              </a:defRPr>
            </a:lvl4pPr>
            <a:lvl5pPr algn="l">
              <a:defRPr sz="1275" b="0">
                <a:solidFill>
                  <a:srgbClr val="FFFFFF"/>
                </a:solidFill>
              </a:defRPr>
            </a:lvl5pPr>
            <a:lvl6pPr algn="l">
              <a:defRPr sz="1275" b="0">
                <a:solidFill>
                  <a:srgbClr val="FFFFFF"/>
                </a:solidFill>
              </a:defRPr>
            </a:lvl6pPr>
            <a:lvl7pPr algn="l">
              <a:defRPr sz="1275" b="0">
                <a:solidFill>
                  <a:srgbClr val="FFFFFF"/>
                </a:solidFill>
              </a:defRPr>
            </a:lvl7pPr>
            <a:lvl8pPr algn="l">
              <a:defRPr sz="1275" b="0">
                <a:solidFill>
                  <a:srgbClr val="FFFFFF"/>
                </a:solidFill>
              </a:defRPr>
            </a:lvl8pPr>
            <a:lvl9pPr algn="l">
              <a:defRPr sz="1275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Kitchen readiness removes load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DF6C2E7-57B4-4A36-BDD1-5A847BF3F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9815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542D"/>
          </a:solidFill>
          <a:ln xmlns:a="http://schemas.openxmlformats.org/drawingml/2006/main" w="0">
            <a:solidFill>
              <a:srgbClr val="F2542D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85840DE-ECBE-4745-BCEE-2B3FCA252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876800"/>
            <a:ext cx="2876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FFFFFF"/>
                </a:solidFill>
              </a:defRPr>
            </a:defPPr>
            <a:lvl1pPr algn="l">
              <a:defRPr sz="1275" b="0">
                <a:solidFill>
                  <a:srgbClr val="FFFFFF"/>
                </a:solidFill>
              </a:defRPr>
            </a:lvl1pPr>
            <a:lvl2pPr algn="l">
              <a:defRPr sz="1275" b="0">
                <a:solidFill>
                  <a:srgbClr val="FFFFFF"/>
                </a:solidFill>
              </a:defRPr>
            </a:lvl2pPr>
            <a:lvl3pPr algn="l">
              <a:defRPr sz="1275" b="0">
                <a:solidFill>
                  <a:srgbClr val="FFFFFF"/>
                </a:solidFill>
              </a:defRPr>
            </a:lvl3pPr>
            <a:lvl4pPr algn="l">
              <a:defRPr sz="1275" b="0">
                <a:solidFill>
                  <a:srgbClr val="FFFFFF"/>
                </a:solidFill>
              </a:defRPr>
            </a:lvl4pPr>
            <a:lvl5pPr algn="l">
              <a:defRPr sz="1275" b="0">
                <a:solidFill>
                  <a:srgbClr val="FFFFFF"/>
                </a:solidFill>
              </a:defRPr>
            </a:lvl5pPr>
            <a:lvl6pPr algn="l">
              <a:defRPr sz="1275" b="0">
                <a:solidFill>
                  <a:srgbClr val="FFFFFF"/>
                </a:solidFill>
              </a:defRPr>
            </a:lvl6pPr>
            <a:lvl7pPr algn="l">
              <a:defRPr sz="1275" b="0">
                <a:solidFill>
                  <a:srgbClr val="FFFFFF"/>
                </a:solidFill>
              </a:defRPr>
            </a:lvl7pPr>
            <a:lvl8pPr algn="l">
              <a:defRPr sz="1275" b="0">
                <a:solidFill>
                  <a:srgbClr val="FFFFFF"/>
                </a:solidFill>
              </a:defRPr>
            </a:lvl8pPr>
            <a:lvl9pPr algn="l">
              <a:defRPr sz="1275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Pickup slots expose remaining capacity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28B8E59-A9BD-448E-9437-80CB04A28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819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00" b="0">
                <a:solidFill>
                  <a:srgbClr val="5D6A7C"/>
                </a:solidFill>
              </a:defRPr>
            </a:defPPr>
            <a:lvl1pPr algn="l">
              <a:defRPr sz="1200" b="0">
                <a:solidFill>
                  <a:srgbClr val="5D6A7C"/>
                </a:solidFill>
              </a:defRPr>
            </a:lvl1pPr>
            <a:lvl2pPr algn="l">
              <a:defRPr sz="1200" b="0">
                <a:solidFill>
                  <a:srgbClr val="5D6A7C"/>
                </a:solidFill>
              </a:defRPr>
            </a:lvl2pPr>
            <a:lvl3pPr algn="l">
              <a:defRPr sz="1200" b="0">
                <a:solidFill>
                  <a:srgbClr val="5D6A7C"/>
                </a:solidFill>
              </a:defRPr>
            </a:lvl3pPr>
            <a:lvl4pPr algn="l">
              <a:defRPr sz="1200" b="0">
                <a:solidFill>
                  <a:srgbClr val="5D6A7C"/>
                </a:solidFill>
              </a:defRPr>
            </a:lvl4pPr>
            <a:lvl5pPr algn="l">
              <a:defRPr sz="1200" b="0">
                <a:solidFill>
                  <a:srgbClr val="5D6A7C"/>
                </a:solidFill>
              </a:defRPr>
            </a:lvl5pPr>
            <a:lvl6pPr algn="l">
              <a:defRPr sz="1200" b="0">
                <a:solidFill>
                  <a:srgbClr val="5D6A7C"/>
                </a:solidFill>
              </a:defRPr>
            </a:lvl6pPr>
            <a:lvl7pPr algn="l">
              <a:defRPr sz="1200" b="0">
                <a:solidFill>
                  <a:srgbClr val="5D6A7C"/>
                </a:solidFill>
              </a:defRPr>
            </a:lvl7pPr>
            <a:lvl8pPr algn="l">
              <a:defRPr sz="1200" b="0">
                <a:solidFill>
                  <a:srgbClr val="5D6A7C"/>
                </a:solidFill>
              </a:defRPr>
            </a:lvl8pPr>
            <a:lvl9pPr algn="l">
              <a:defRPr sz="1200" b="0">
                <a:solidFill>
                  <a:srgbClr val="5D6A7C"/>
                </a:solidFill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D6A7C"/>
                </a:solidFill>
              </a:defRPr>
            </a:pPr>
            <a:r>
              <a:rPr sz="1200" b="0">
                <a:solidFill>
                  <a:srgbClr val="5D6A7C"/>
                </a:solidFill>
              </a:rPr>
              <a:t>Next: learn dish and station preparation times from completed tickets.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44F5C53-2D8F-458F-A287-C95EA4297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>
                <a:solidFill>
                  <a:srgbClr val="95A0AF"/>
                </a:solidFill>
              </a:defRPr>
            </a:defPPr>
            <a:lvl1pPr algn="r">
              <a:defRPr sz="825" b="1">
                <a:solidFill>
                  <a:srgbClr val="95A0AF"/>
                </a:solidFill>
              </a:defRPr>
            </a:lvl1pPr>
            <a:lvl2pPr algn="r">
              <a:defRPr sz="825" b="1">
                <a:solidFill>
                  <a:srgbClr val="95A0AF"/>
                </a:solidFill>
              </a:defRPr>
            </a:lvl2pPr>
            <a:lvl3pPr algn="r">
              <a:defRPr sz="825" b="1">
                <a:solidFill>
                  <a:srgbClr val="95A0AF"/>
                </a:solidFill>
              </a:defRPr>
            </a:lvl3pPr>
            <a:lvl4pPr algn="r">
              <a:defRPr sz="825" b="1">
                <a:solidFill>
                  <a:srgbClr val="95A0AF"/>
                </a:solidFill>
              </a:defRPr>
            </a:lvl4pPr>
            <a:lvl5pPr algn="r">
              <a:defRPr sz="825" b="1">
                <a:solidFill>
                  <a:srgbClr val="95A0AF"/>
                </a:solidFill>
              </a:defRPr>
            </a:lvl5pPr>
            <a:lvl6pPr algn="r">
              <a:defRPr sz="825" b="1">
                <a:solidFill>
                  <a:srgbClr val="95A0AF"/>
                </a:solidFill>
              </a:defRPr>
            </a:lvl6pPr>
            <a:lvl7pPr algn="r">
              <a:defRPr sz="825" b="1">
                <a:solidFill>
                  <a:srgbClr val="95A0AF"/>
                </a:solidFill>
              </a:defRPr>
            </a:lvl7pPr>
            <a:lvl8pPr algn="r">
              <a:defRPr sz="825" b="1">
                <a:solidFill>
                  <a:srgbClr val="95A0AF"/>
                </a:solidFill>
              </a:defRPr>
            </a:lvl8pPr>
            <a:lvl9pPr algn="r">
              <a:defRPr sz="825" b="1">
                <a:solidFill>
                  <a:srgbClr val="95A0AF"/>
                </a:solidFill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95A0AF"/>
                </a:solidFill>
              </a:defRPr>
            </a:pPr>
            <a:r>
              <a:rPr sz="825" b="1">
                <a:solidFill>
                  <a:srgbClr val="95A0AF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39457835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E9B3E3E-8964-44A8-B044-D1C2EDC04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182235"/>
                </a:solidFill>
              </a:defRPr>
            </a:defPPr>
            <a:lvl1pPr algn="l">
              <a:defRPr sz="2550" b="1">
                <a:solidFill>
                  <a:srgbClr val="182235"/>
                </a:solidFill>
              </a:defRPr>
            </a:lvl1pPr>
            <a:lvl2pPr algn="l">
              <a:defRPr sz="2550" b="1">
                <a:solidFill>
                  <a:srgbClr val="182235"/>
                </a:solidFill>
              </a:defRPr>
            </a:lvl2pPr>
            <a:lvl3pPr algn="l">
              <a:defRPr sz="2550" b="1">
                <a:solidFill>
                  <a:srgbClr val="182235"/>
                </a:solidFill>
              </a:defRPr>
            </a:lvl3pPr>
            <a:lvl4pPr algn="l">
              <a:defRPr sz="2550" b="1">
                <a:solidFill>
                  <a:srgbClr val="182235"/>
                </a:solidFill>
              </a:defRPr>
            </a:lvl4pPr>
            <a:lvl5pPr algn="l">
              <a:defRPr sz="2550" b="1">
                <a:solidFill>
                  <a:srgbClr val="182235"/>
                </a:solidFill>
              </a:defRPr>
            </a:lvl5pPr>
            <a:lvl6pPr algn="l">
              <a:defRPr sz="2550" b="1">
                <a:solidFill>
                  <a:srgbClr val="182235"/>
                </a:solidFill>
              </a:defRPr>
            </a:lvl6pPr>
            <a:lvl7pPr algn="l">
              <a:defRPr sz="2550" b="1">
                <a:solidFill>
                  <a:srgbClr val="182235"/>
                </a:solidFill>
              </a:defRPr>
            </a:lvl7pPr>
            <a:lvl8pPr algn="l">
              <a:defRPr sz="2550" b="1">
                <a:solidFill>
                  <a:srgbClr val="182235"/>
                </a:solidFill>
              </a:defRPr>
            </a:lvl8pPr>
            <a:lvl9pPr algn="l">
              <a:defRPr sz="2550" b="1">
                <a:solidFill>
                  <a:srgbClr val="182235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82235"/>
                </a:solidFill>
              </a:defRPr>
            </a:pPr>
            <a:r>
              <a:rPr sz="2550" b="1">
                <a:solidFill>
                  <a:srgbClr val="182235"/>
                </a:solidFill>
              </a:rPr>
              <a:t>Tomorrow’s cooking plan learns from 28 days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94DAFC-9C8F-42A9-BC09-952DC8B73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42975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5D6A7C"/>
                </a:solidFill>
              </a:defRPr>
            </a:defPPr>
            <a:lvl1pPr algn="l">
              <a:defRPr sz="1275" b="0">
                <a:solidFill>
                  <a:srgbClr val="5D6A7C"/>
                </a:solidFill>
              </a:defRPr>
            </a:lvl1pPr>
            <a:lvl2pPr algn="l">
              <a:defRPr sz="1275" b="0">
                <a:solidFill>
                  <a:srgbClr val="5D6A7C"/>
                </a:solidFill>
              </a:defRPr>
            </a:lvl2pPr>
            <a:lvl3pPr algn="l">
              <a:defRPr sz="1275" b="0">
                <a:solidFill>
                  <a:srgbClr val="5D6A7C"/>
                </a:solidFill>
              </a:defRPr>
            </a:lvl3pPr>
            <a:lvl4pPr algn="l">
              <a:defRPr sz="1275" b="0">
                <a:solidFill>
                  <a:srgbClr val="5D6A7C"/>
                </a:solidFill>
              </a:defRPr>
            </a:lvl4pPr>
            <a:lvl5pPr algn="l">
              <a:defRPr sz="1275" b="0">
                <a:solidFill>
                  <a:srgbClr val="5D6A7C"/>
                </a:solidFill>
              </a:defRPr>
            </a:lvl5pPr>
            <a:lvl6pPr algn="l">
              <a:defRPr sz="1275" b="0">
                <a:solidFill>
                  <a:srgbClr val="5D6A7C"/>
                </a:solidFill>
              </a:defRPr>
            </a:lvl6pPr>
            <a:lvl7pPr algn="l">
              <a:defRPr sz="1275" b="0">
                <a:solidFill>
                  <a:srgbClr val="5D6A7C"/>
                </a:solidFill>
              </a:defRPr>
            </a:lvl7pPr>
            <a:lvl8pPr algn="l">
              <a:defRPr sz="1275" b="0">
                <a:solidFill>
                  <a:srgbClr val="5D6A7C"/>
                </a:solidFill>
              </a:defRPr>
            </a:lvl8pPr>
            <a:lvl9pPr algn="l">
              <a:defRPr sz="1275" b="0">
                <a:solidFill>
                  <a:srgbClr val="5D6A7C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D6A7C"/>
                </a:solidFill>
              </a:defRPr>
            </a:pPr>
            <a:r>
              <a:rPr sz="1275" b="0">
                <a:solidFill>
                  <a:srgbClr val="5D6A7C"/>
                </a:solidFill>
              </a:rPr>
              <a:t>A lightweight ridge regression runs inside the backend with no separate ML server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EBEE5B-2DC6-4FB1-80C8-93C78516F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76250"/>
            <a:ext cx="81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75" b="1">
                <a:solidFill>
                  <a:srgbClr val="F2542D"/>
                </a:solidFill>
              </a:defRPr>
            </a:defPPr>
            <a:lvl1pPr algn="r">
              <a:defRPr sz="975" b="1">
                <a:solidFill>
                  <a:srgbClr val="F2542D"/>
                </a:solidFill>
              </a:defRPr>
            </a:lvl1pPr>
            <a:lvl2pPr algn="r">
              <a:defRPr sz="975" b="1">
                <a:solidFill>
                  <a:srgbClr val="F2542D"/>
                </a:solidFill>
              </a:defRPr>
            </a:lvl2pPr>
            <a:lvl3pPr algn="r">
              <a:defRPr sz="975" b="1">
                <a:solidFill>
                  <a:srgbClr val="F2542D"/>
                </a:solidFill>
              </a:defRPr>
            </a:lvl3pPr>
            <a:lvl4pPr algn="r">
              <a:defRPr sz="975" b="1">
                <a:solidFill>
                  <a:srgbClr val="F2542D"/>
                </a:solidFill>
              </a:defRPr>
            </a:lvl4pPr>
            <a:lvl5pPr algn="r">
              <a:defRPr sz="975" b="1">
                <a:solidFill>
                  <a:srgbClr val="F2542D"/>
                </a:solidFill>
              </a:defRPr>
            </a:lvl5pPr>
            <a:lvl6pPr algn="r">
              <a:defRPr sz="975" b="1">
                <a:solidFill>
                  <a:srgbClr val="F2542D"/>
                </a:solidFill>
              </a:defRPr>
            </a:lvl6pPr>
            <a:lvl7pPr algn="r">
              <a:defRPr sz="975" b="1">
                <a:solidFill>
                  <a:srgbClr val="F2542D"/>
                </a:solidFill>
              </a:defRPr>
            </a:lvl7pPr>
            <a:lvl8pPr algn="r">
              <a:defRPr sz="975" b="1">
                <a:solidFill>
                  <a:srgbClr val="F2542D"/>
                </a:solidFill>
              </a:defRPr>
            </a:lvl8pPr>
            <a:lvl9pPr algn="r">
              <a:defRPr sz="975" b="1">
                <a:solidFill>
                  <a:srgbClr val="F2542D"/>
                </a:solidFill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F2542D"/>
                </a:solidFill>
              </a:defRPr>
            </a:pPr>
            <a:r>
              <a:rPr sz="975" b="1">
                <a:solidFill>
                  <a:srgbClr val="F2542D"/>
                </a:solidFill>
              </a:rPr>
              <a:t>MEALY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7AD47A-D206-40BF-898D-3E66207B0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23812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EE4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6C7F75-98D3-4B25-AFEA-9A28F7452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240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F2542D"/>
                </a:solidFill>
              </a:defRPr>
            </a:defPPr>
            <a:lvl1pPr algn="l">
              <a:defRPr sz="900" b="1">
                <a:solidFill>
                  <a:srgbClr val="F2542D"/>
                </a:solidFill>
              </a:defRPr>
            </a:lvl1pPr>
            <a:lvl2pPr algn="l">
              <a:defRPr sz="900" b="1">
                <a:solidFill>
                  <a:srgbClr val="F2542D"/>
                </a:solidFill>
              </a:defRPr>
            </a:lvl2pPr>
            <a:lvl3pPr algn="l">
              <a:defRPr sz="900" b="1">
                <a:solidFill>
                  <a:srgbClr val="F2542D"/>
                </a:solidFill>
              </a:defRPr>
            </a:lvl3pPr>
            <a:lvl4pPr algn="l">
              <a:defRPr sz="900" b="1">
                <a:solidFill>
                  <a:srgbClr val="F2542D"/>
                </a:solidFill>
              </a:defRPr>
            </a:lvl4pPr>
            <a:lvl5pPr algn="l">
              <a:defRPr sz="900" b="1">
                <a:solidFill>
                  <a:srgbClr val="F2542D"/>
                </a:solidFill>
              </a:defRPr>
            </a:lvl5pPr>
            <a:lvl6pPr algn="l">
              <a:defRPr sz="900" b="1">
                <a:solidFill>
                  <a:srgbClr val="F2542D"/>
                </a:solidFill>
              </a:defRPr>
            </a:lvl6pPr>
            <a:lvl7pPr algn="l">
              <a:defRPr sz="900" b="1">
                <a:solidFill>
                  <a:srgbClr val="F2542D"/>
                </a:solidFill>
              </a:defRPr>
            </a:lvl7pPr>
            <a:lvl8pPr algn="l">
              <a:defRPr sz="900" b="1">
                <a:solidFill>
                  <a:srgbClr val="F2542D"/>
                </a:solidFill>
              </a:defRPr>
            </a:lvl8pPr>
            <a:lvl9pPr algn="l">
              <a:defRPr sz="900" b="1">
                <a:solidFill>
                  <a:srgbClr val="F2542D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F2542D"/>
                </a:solidFill>
              </a:defRPr>
            </a:pPr>
            <a:r>
              <a:rPr sz="900" b="1">
                <a:solidFill>
                  <a:srgbClr val="F2542D"/>
                </a:solidFill>
              </a:rPr>
              <a:t>HISTORY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C145AF-5A62-4516-8A04-D86F75C30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33625"/>
            <a:ext cx="19526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82235"/>
                </a:solidFill>
              </a:defRPr>
            </a:defPPr>
            <a:lvl1pPr algn="l">
              <a:defRPr sz="1350" b="1">
                <a:solidFill>
                  <a:srgbClr val="182235"/>
                </a:solidFill>
              </a:defRPr>
            </a:lvl1pPr>
            <a:lvl2pPr algn="l">
              <a:defRPr sz="1350" b="1">
                <a:solidFill>
                  <a:srgbClr val="182235"/>
                </a:solidFill>
              </a:defRPr>
            </a:lvl2pPr>
            <a:lvl3pPr algn="l">
              <a:defRPr sz="1350" b="1">
                <a:solidFill>
                  <a:srgbClr val="182235"/>
                </a:solidFill>
              </a:defRPr>
            </a:lvl3pPr>
            <a:lvl4pPr algn="l">
              <a:defRPr sz="1350" b="1">
                <a:solidFill>
                  <a:srgbClr val="182235"/>
                </a:solidFill>
              </a:defRPr>
            </a:lvl4pPr>
            <a:lvl5pPr algn="l">
              <a:defRPr sz="1350" b="1">
                <a:solidFill>
                  <a:srgbClr val="182235"/>
                </a:solidFill>
              </a:defRPr>
            </a:lvl5pPr>
            <a:lvl6pPr algn="l">
              <a:defRPr sz="1350" b="1">
                <a:solidFill>
                  <a:srgbClr val="182235"/>
                </a:solidFill>
              </a:defRPr>
            </a:lvl6pPr>
            <a:lvl7pPr algn="l">
              <a:defRPr sz="1350" b="1">
                <a:solidFill>
                  <a:srgbClr val="182235"/>
                </a:solidFill>
              </a:defRPr>
            </a:lvl7pPr>
            <a:lvl8pPr algn="l">
              <a:defRPr sz="1350" b="1">
                <a:solidFill>
                  <a:srgbClr val="182235"/>
                </a:solidFill>
              </a:defRPr>
            </a:lvl8pPr>
            <a:lvl9pPr algn="l">
              <a:defRPr sz="1350" b="1">
                <a:solidFill>
                  <a:srgbClr val="182235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82235"/>
                </a:solidFill>
              </a:defRPr>
            </a:pPr>
            <a:r>
              <a:rPr sz="1350" b="1">
                <a:solidFill>
                  <a:srgbClr val="182235"/>
                </a:solidFill>
              </a:rPr>
              <a:t>Orders prepared</a:t>
            </a:r>
          </a:p>
          <a:p xmlns:a="http://schemas.openxmlformats.org/drawingml/2006/main">
            <a:pPr algn="l">
              <a:defRPr sz="1350" b="1">
                <a:solidFill>
                  <a:srgbClr val="182235"/>
                </a:solidFill>
              </a:defRPr>
            </a:pPr>
            <a:r>
              <a:rPr sz="1350" b="1">
                <a:solidFill>
                  <a:srgbClr val="182235"/>
                </a:solidFill>
              </a:rPr>
              <a:t>Leftover kg</a:t>
            </a:r>
          </a:p>
          <a:p xmlns:a="http://schemas.openxmlformats.org/drawingml/2006/main">
            <a:pPr algn="l">
              <a:defRPr sz="1350" b="1">
                <a:solidFill>
                  <a:srgbClr val="182235"/>
                </a:solidFill>
              </a:defRPr>
            </a:pPr>
            <a:r>
              <a:rPr sz="1350" b="1">
                <a:solidFill>
                  <a:srgbClr val="182235"/>
                </a:solidFill>
              </a:rPr>
              <a:t>Portion weight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5F593F-3455-47AE-91B7-C5C60B18A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333625"/>
            <a:ext cx="361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550" b="1">
                <a:solidFill>
                  <a:srgbClr val="F2542D"/>
                </a:solidFill>
              </a:defRPr>
            </a:defPPr>
            <a:lvl1pPr algn="ctr">
              <a:defRPr sz="2550" b="1">
                <a:solidFill>
                  <a:srgbClr val="F2542D"/>
                </a:solidFill>
              </a:defRPr>
            </a:lvl1pPr>
            <a:lvl2pPr algn="ctr">
              <a:defRPr sz="2550" b="1">
                <a:solidFill>
                  <a:srgbClr val="F2542D"/>
                </a:solidFill>
              </a:defRPr>
            </a:lvl2pPr>
            <a:lvl3pPr algn="ctr">
              <a:defRPr sz="2550" b="1">
                <a:solidFill>
                  <a:srgbClr val="F2542D"/>
                </a:solidFill>
              </a:defRPr>
            </a:lvl3pPr>
            <a:lvl4pPr algn="ctr">
              <a:defRPr sz="2550" b="1">
                <a:solidFill>
                  <a:srgbClr val="F2542D"/>
                </a:solidFill>
              </a:defRPr>
            </a:lvl4pPr>
            <a:lvl5pPr algn="ctr">
              <a:defRPr sz="2550" b="1">
                <a:solidFill>
                  <a:srgbClr val="F2542D"/>
                </a:solidFill>
              </a:defRPr>
            </a:lvl5pPr>
            <a:lvl6pPr algn="ctr">
              <a:defRPr sz="2550" b="1">
                <a:solidFill>
                  <a:srgbClr val="F2542D"/>
                </a:solidFill>
              </a:defRPr>
            </a:lvl6pPr>
            <a:lvl7pPr algn="ctr">
              <a:defRPr sz="2550" b="1">
                <a:solidFill>
                  <a:srgbClr val="F2542D"/>
                </a:solidFill>
              </a:defRPr>
            </a:lvl7pPr>
            <a:lvl8pPr algn="ctr">
              <a:defRPr sz="2550" b="1">
                <a:solidFill>
                  <a:srgbClr val="F2542D"/>
                </a:solidFill>
              </a:defRPr>
            </a:lvl8pPr>
            <a:lvl9pPr algn="ctr">
              <a:defRPr sz="2550" b="1">
                <a:solidFill>
                  <a:srgbClr val="F2542D"/>
                </a:solidFill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F2542D"/>
                </a:solidFill>
              </a:defRPr>
            </a:pPr>
            <a:r>
              <a:rPr sz="2550" b="1">
                <a:solidFill>
                  <a:srgbClr val="F2542D"/>
                </a:solidFill>
              </a:rPr>
              <a:t>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9BE8AA-5390-4172-B2C6-1FA2FBC60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714500"/>
            <a:ext cx="23812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EE4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190BAD-9BBE-4797-934D-C8E80A8F7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9240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F2542D"/>
                </a:solidFill>
              </a:defRPr>
            </a:defPPr>
            <a:lvl1pPr algn="l">
              <a:defRPr sz="900" b="1">
                <a:solidFill>
                  <a:srgbClr val="F2542D"/>
                </a:solidFill>
              </a:defRPr>
            </a:lvl1pPr>
            <a:lvl2pPr algn="l">
              <a:defRPr sz="900" b="1">
                <a:solidFill>
                  <a:srgbClr val="F2542D"/>
                </a:solidFill>
              </a:defRPr>
            </a:lvl2pPr>
            <a:lvl3pPr algn="l">
              <a:defRPr sz="900" b="1">
                <a:solidFill>
                  <a:srgbClr val="F2542D"/>
                </a:solidFill>
              </a:defRPr>
            </a:lvl3pPr>
            <a:lvl4pPr algn="l">
              <a:defRPr sz="900" b="1">
                <a:solidFill>
                  <a:srgbClr val="F2542D"/>
                </a:solidFill>
              </a:defRPr>
            </a:lvl4pPr>
            <a:lvl5pPr algn="l">
              <a:defRPr sz="900" b="1">
                <a:solidFill>
                  <a:srgbClr val="F2542D"/>
                </a:solidFill>
              </a:defRPr>
            </a:lvl5pPr>
            <a:lvl6pPr algn="l">
              <a:defRPr sz="900" b="1">
                <a:solidFill>
                  <a:srgbClr val="F2542D"/>
                </a:solidFill>
              </a:defRPr>
            </a:lvl6pPr>
            <a:lvl7pPr algn="l">
              <a:defRPr sz="900" b="1">
                <a:solidFill>
                  <a:srgbClr val="F2542D"/>
                </a:solidFill>
              </a:defRPr>
            </a:lvl7pPr>
            <a:lvl8pPr algn="l">
              <a:defRPr sz="900" b="1">
                <a:solidFill>
                  <a:srgbClr val="F2542D"/>
                </a:solidFill>
              </a:defRPr>
            </a:lvl8pPr>
            <a:lvl9pPr algn="l">
              <a:defRPr sz="900" b="1">
                <a:solidFill>
                  <a:srgbClr val="F2542D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F2542D"/>
                </a:solidFill>
              </a:defRPr>
            </a:pPr>
            <a:r>
              <a:rPr sz="900" b="1">
                <a:solidFill>
                  <a:srgbClr val="F2542D"/>
                </a:solidFill>
              </a:rPr>
              <a:t>SIGNALS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85870F-27B3-4F17-A08D-3DFD00DC6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333625"/>
            <a:ext cx="19526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82235"/>
                </a:solidFill>
              </a:defRPr>
            </a:defPPr>
            <a:lvl1pPr algn="l">
              <a:defRPr sz="1350" b="1">
                <a:solidFill>
                  <a:srgbClr val="182235"/>
                </a:solidFill>
              </a:defRPr>
            </a:lvl1pPr>
            <a:lvl2pPr algn="l">
              <a:defRPr sz="1350" b="1">
                <a:solidFill>
                  <a:srgbClr val="182235"/>
                </a:solidFill>
              </a:defRPr>
            </a:lvl2pPr>
            <a:lvl3pPr algn="l">
              <a:defRPr sz="1350" b="1">
                <a:solidFill>
                  <a:srgbClr val="182235"/>
                </a:solidFill>
              </a:defRPr>
            </a:lvl3pPr>
            <a:lvl4pPr algn="l">
              <a:defRPr sz="1350" b="1">
                <a:solidFill>
                  <a:srgbClr val="182235"/>
                </a:solidFill>
              </a:defRPr>
            </a:lvl4pPr>
            <a:lvl5pPr algn="l">
              <a:defRPr sz="1350" b="1">
                <a:solidFill>
                  <a:srgbClr val="182235"/>
                </a:solidFill>
              </a:defRPr>
            </a:lvl5pPr>
            <a:lvl6pPr algn="l">
              <a:defRPr sz="1350" b="1">
                <a:solidFill>
                  <a:srgbClr val="182235"/>
                </a:solidFill>
              </a:defRPr>
            </a:lvl6pPr>
            <a:lvl7pPr algn="l">
              <a:defRPr sz="1350" b="1">
                <a:solidFill>
                  <a:srgbClr val="182235"/>
                </a:solidFill>
              </a:defRPr>
            </a:lvl7pPr>
            <a:lvl8pPr algn="l">
              <a:defRPr sz="1350" b="1">
                <a:solidFill>
                  <a:srgbClr val="182235"/>
                </a:solidFill>
              </a:defRPr>
            </a:lvl8pPr>
            <a:lvl9pPr algn="l">
              <a:defRPr sz="1350" b="1">
                <a:solidFill>
                  <a:srgbClr val="182235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82235"/>
                </a:solidFill>
              </a:defRPr>
            </a:pPr>
            <a:r>
              <a:rPr sz="1350" b="1">
                <a:solidFill>
                  <a:srgbClr val="182235"/>
                </a:solidFill>
              </a:rPr>
              <a:t>Weekday pattern</a:t>
            </a:r>
          </a:p>
          <a:p xmlns:a="http://schemas.openxmlformats.org/drawingml/2006/main">
            <a:pPr algn="l">
              <a:defRPr sz="1350" b="1">
                <a:solidFill>
                  <a:srgbClr val="182235"/>
                </a:solidFill>
              </a:defRPr>
            </a:pPr>
            <a:r>
              <a:rPr sz="1350" b="1">
                <a:solidFill>
                  <a:srgbClr val="182235"/>
                </a:solidFill>
              </a:rPr>
              <a:t>Four-week trend</a:t>
            </a:r>
          </a:p>
          <a:p xmlns:a="http://schemas.openxmlformats.org/drawingml/2006/main">
            <a:pPr algn="l">
              <a:defRPr sz="1350" b="1">
                <a:solidFill>
                  <a:srgbClr val="182235"/>
                </a:solidFill>
              </a:defRPr>
            </a:pPr>
            <a:r>
              <a:rPr sz="1350" b="1">
                <a:solidFill>
                  <a:srgbClr val="182235"/>
                </a:solidFill>
              </a:rPr>
              <a:t>Lecture rush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16BC9E-7D3D-4617-A92B-27446F12D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2333625"/>
            <a:ext cx="361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550" b="1">
                <a:solidFill>
                  <a:srgbClr val="F2542D"/>
                </a:solidFill>
              </a:defRPr>
            </a:defPPr>
            <a:lvl1pPr algn="ctr">
              <a:defRPr sz="2550" b="1">
                <a:solidFill>
                  <a:srgbClr val="F2542D"/>
                </a:solidFill>
              </a:defRPr>
            </a:lvl1pPr>
            <a:lvl2pPr algn="ctr">
              <a:defRPr sz="2550" b="1">
                <a:solidFill>
                  <a:srgbClr val="F2542D"/>
                </a:solidFill>
              </a:defRPr>
            </a:lvl2pPr>
            <a:lvl3pPr algn="ctr">
              <a:defRPr sz="2550" b="1">
                <a:solidFill>
                  <a:srgbClr val="F2542D"/>
                </a:solidFill>
              </a:defRPr>
            </a:lvl3pPr>
            <a:lvl4pPr algn="ctr">
              <a:defRPr sz="2550" b="1">
                <a:solidFill>
                  <a:srgbClr val="F2542D"/>
                </a:solidFill>
              </a:defRPr>
            </a:lvl4pPr>
            <a:lvl5pPr algn="ctr">
              <a:defRPr sz="2550" b="1">
                <a:solidFill>
                  <a:srgbClr val="F2542D"/>
                </a:solidFill>
              </a:defRPr>
            </a:lvl5pPr>
            <a:lvl6pPr algn="ctr">
              <a:defRPr sz="2550" b="1">
                <a:solidFill>
                  <a:srgbClr val="F2542D"/>
                </a:solidFill>
              </a:defRPr>
            </a:lvl6pPr>
            <a:lvl7pPr algn="ctr">
              <a:defRPr sz="2550" b="1">
                <a:solidFill>
                  <a:srgbClr val="F2542D"/>
                </a:solidFill>
              </a:defRPr>
            </a:lvl7pPr>
            <a:lvl8pPr algn="ctr">
              <a:defRPr sz="2550" b="1">
                <a:solidFill>
                  <a:srgbClr val="F2542D"/>
                </a:solidFill>
              </a:defRPr>
            </a:lvl8pPr>
            <a:lvl9pPr algn="ctr">
              <a:defRPr sz="2550" b="1">
                <a:solidFill>
                  <a:srgbClr val="F2542D"/>
                </a:solidFill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F2542D"/>
                </a:solidFill>
              </a:defRPr>
            </a:pPr>
            <a:r>
              <a:rPr sz="2550" b="1">
                <a:solidFill>
                  <a:srgbClr val="F2542D"/>
                </a:solidFill>
              </a:rPr>
              <a:t>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FDF26D-C17A-4ECA-9258-C36B900F6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714500"/>
            <a:ext cx="23812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21324B"/>
          </a:solidFill>
          <a:ln xmlns:a="http://schemas.openxmlformats.org/drawingml/2006/main" w="9525">
            <a:solidFill>
              <a:srgbClr val="21324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6C96B1-94F0-4C72-869E-D6AF33E6B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240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FFC2AA"/>
                </a:solidFill>
              </a:defRPr>
            </a:defPPr>
            <a:lvl1pPr algn="l">
              <a:defRPr sz="900" b="1">
                <a:solidFill>
                  <a:srgbClr val="FFC2AA"/>
                </a:solidFill>
              </a:defRPr>
            </a:lvl1pPr>
            <a:lvl2pPr algn="l">
              <a:defRPr sz="900" b="1">
                <a:solidFill>
                  <a:srgbClr val="FFC2AA"/>
                </a:solidFill>
              </a:defRPr>
            </a:lvl2pPr>
            <a:lvl3pPr algn="l">
              <a:defRPr sz="900" b="1">
                <a:solidFill>
                  <a:srgbClr val="FFC2AA"/>
                </a:solidFill>
              </a:defRPr>
            </a:lvl3pPr>
            <a:lvl4pPr algn="l">
              <a:defRPr sz="900" b="1">
                <a:solidFill>
                  <a:srgbClr val="FFC2AA"/>
                </a:solidFill>
              </a:defRPr>
            </a:lvl4pPr>
            <a:lvl5pPr algn="l">
              <a:defRPr sz="900" b="1">
                <a:solidFill>
                  <a:srgbClr val="FFC2AA"/>
                </a:solidFill>
              </a:defRPr>
            </a:lvl5pPr>
            <a:lvl6pPr algn="l">
              <a:defRPr sz="900" b="1">
                <a:solidFill>
                  <a:srgbClr val="FFC2AA"/>
                </a:solidFill>
              </a:defRPr>
            </a:lvl6pPr>
            <a:lvl7pPr algn="l">
              <a:defRPr sz="900" b="1">
                <a:solidFill>
                  <a:srgbClr val="FFC2AA"/>
                </a:solidFill>
              </a:defRPr>
            </a:lvl7pPr>
            <a:lvl8pPr algn="l">
              <a:defRPr sz="900" b="1">
                <a:solidFill>
                  <a:srgbClr val="FFC2AA"/>
                </a:solidFill>
              </a:defRPr>
            </a:lvl8pPr>
            <a:lvl9pPr algn="l">
              <a:defRPr sz="900" b="1">
                <a:solidFill>
                  <a:srgbClr val="FFC2AA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FFC2AA"/>
                </a:solidFill>
              </a:defRPr>
            </a:pPr>
            <a:r>
              <a:rPr sz="900" b="1">
                <a:solidFill>
                  <a:srgbClr val="FFC2AA"/>
                </a:solidFill>
              </a:rPr>
              <a:t>MODEL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A39BAA-FEF1-46F3-A423-EB2576E76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33625"/>
            <a:ext cx="19526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FFFFFF"/>
                </a:solidFill>
              </a:defRPr>
            </a:defPPr>
            <a:lvl1pPr algn="l">
              <a:defRPr sz="1350" b="1">
                <a:solidFill>
                  <a:srgbClr val="FFFFFF"/>
                </a:solidFill>
              </a:defRPr>
            </a:lvl1pPr>
            <a:lvl2pPr algn="l">
              <a:defRPr sz="1350" b="1">
                <a:solidFill>
                  <a:srgbClr val="FFFFFF"/>
                </a:solidFill>
              </a:defRPr>
            </a:lvl2pPr>
            <a:lvl3pPr algn="l">
              <a:defRPr sz="1350" b="1">
                <a:solidFill>
                  <a:srgbClr val="FFFFFF"/>
                </a:solidFill>
              </a:defRPr>
            </a:lvl3pPr>
            <a:lvl4pPr algn="l">
              <a:defRPr sz="1350" b="1">
                <a:solidFill>
                  <a:srgbClr val="FFFFFF"/>
                </a:solidFill>
              </a:defRPr>
            </a:lvl4pPr>
            <a:lvl5pPr algn="l">
              <a:defRPr sz="1350" b="1">
                <a:solidFill>
                  <a:srgbClr val="FFFFFF"/>
                </a:solidFill>
              </a:defRPr>
            </a:lvl5pPr>
            <a:lvl6pPr algn="l">
              <a:defRPr sz="1350" b="1">
                <a:solidFill>
                  <a:srgbClr val="FFFFFF"/>
                </a:solidFill>
              </a:defRPr>
            </a:lvl6pPr>
            <a:lvl7pPr algn="l">
              <a:defRPr sz="1350" b="1">
                <a:solidFill>
                  <a:srgbClr val="FFFFFF"/>
                </a:solidFill>
              </a:defRPr>
            </a:lvl7pPr>
            <a:lvl8pPr algn="l">
              <a:defRPr sz="1350" b="1">
                <a:solidFill>
                  <a:srgbClr val="FFFFFF"/>
                </a:solidFill>
              </a:defRPr>
            </a:lvl8pPr>
            <a:lvl9pPr algn="l">
              <a:defRPr sz="13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Ridge regression</a:t>
            </a:r>
          </a:p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Regularized for</a:t>
            </a:r>
          </a:p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small datasets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5E81D1-EAB5-4FCA-AA81-35EA661DF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2333625"/>
            <a:ext cx="361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550" b="1">
                <a:solidFill>
                  <a:srgbClr val="F2542D"/>
                </a:solidFill>
              </a:defRPr>
            </a:defPPr>
            <a:lvl1pPr algn="ctr">
              <a:defRPr sz="2550" b="1">
                <a:solidFill>
                  <a:srgbClr val="F2542D"/>
                </a:solidFill>
              </a:defRPr>
            </a:lvl1pPr>
            <a:lvl2pPr algn="ctr">
              <a:defRPr sz="2550" b="1">
                <a:solidFill>
                  <a:srgbClr val="F2542D"/>
                </a:solidFill>
              </a:defRPr>
            </a:lvl2pPr>
            <a:lvl3pPr algn="ctr">
              <a:defRPr sz="2550" b="1">
                <a:solidFill>
                  <a:srgbClr val="F2542D"/>
                </a:solidFill>
              </a:defRPr>
            </a:lvl3pPr>
            <a:lvl4pPr algn="ctr">
              <a:defRPr sz="2550" b="1">
                <a:solidFill>
                  <a:srgbClr val="F2542D"/>
                </a:solidFill>
              </a:defRPr>
            </a:lvl4pPr>
            <a:lvl5pPr algn="ctr">
              <a:defRPr sz="2550" b="1">
                <a:solidFill>
                  <a:srgbClr val="F2542D"/>
                </a:solidFill>
              </a:defRPr>
            </a:lvl5pPr>
            <a:lvl6pPr algn="ctr">
              <a:defRPr sz="2550" b="1">
                <a:solidFill>
                  <a:srgbClr val="F2542D"/>
                </a:solidFill>
              </a:defRPr>
            </a:lvl6pPr>
            <a:lvl7pPr algn="ctr">
              <a:defRPr sz="2550" b="1">
                <a:solidFill>
                  <a:srgbClr val="F2542D"/>
                </a:solidFill>
              </a:defRPr>
            </a:lvl7pPr>
            <a:lvl8pPr algn="ctr">
              <a:defRPr sz="2550" b="1">
                <a:solidFill>
                  <a:srgbClr val="F2542D"/>
                </a:solidFill>
              </a:defRPr>
            </a:lvl8pPr>
            <a:lvl9pPr algn="ctr">
              <a:defRPr sz="2550" b="1">
                <a:solidFill>
                  <a:srgbClr val="F2542D"/>
                </a:solidFill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F2542D"/>
                </a:solidFill>
              </a:defRPr>
            </a:pPr>
            <a:r>
              <a:rPr sz="2550" b="1">
                <a:solidFill>
                  <a:srgbClr val="F2542D"/>
                </a:solidFill>
              </a:rPr>
              <a:t>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CD346C-DB8E-45CA-9B0B-C19F20A9B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714500"/>
            <a:ext cx="23812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9525">
            <a:solidFill>
              <a:srgbClr val="DEE4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B97B6D-7234-40FB-8B06-7CD2275A7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9240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F2542D"/>
                </a:solidFill>
              </a:defRPr>
            </a:defPPr>
            <a:lvl1pPr algn="l">
              <a:defRPr sz="900" b="1">
                <a:solidFill>
                  <a:srgbClr val="F2542D"/>
                </a:solidFill>
              </a:defRPr>
            </a:lvl1pPr>
            <a:lvl2pPr algn="l">
              <a:defRPr sz="900" b="1">
                <a:solidFill>
                  <a:srgbClr val="F2542D"/>
                </a:solidFill>
              </a:defRPr>
            </a:lvl2pPr>
            <a:lvl3pPr algn="l">
              <a:defRPr sz="900" b="1">
                <a:solidFill>
                  <a:srgbClr val="F2542D"/>
                </a:solidFill>
              </a:defRPr>
            </a:lvl3pPr>
            <a:lvl4pPr algn="l">
              <a:defRPr sz="900" b="1">
                <a:solidFill>
                  <a:srgbClr val="F2542D"/>
                </a:solidFill>
              </a:defRPr>
            </a:lvl4pPr>
            <a:lvl5pPr algn="l">
              <a:defRPr sz="900" b="1">
                <a:solidFill>
                  <a:srgbClr val="F2542D"/>
                </a:solidFill>
              </a:defRPr>
            </a:lvl5pPr>
            <a:lvl6pPr algn="l">
              <a:defRPr sz="900" b="1">
                <a:solidFill>
                  <a:srgbClr val="F2542D"/>
                </a:solidFill>
              </a:defRPr>
            </a:lvl6pPr>
            <a:lvl7pPr algn="l">
              <a:defRPr sz="900" b="1">
                <a:solidFill>
                  <a:srgbClr val="F2542D"/>
                </a:solidFill>
              </a:defRPr>
            </a:lvl7pPr>
            <a:lvl8pPr algn="l">
              <a:defRPr sz="900" b="1">
                <a:solidFill>
                  <a:srgbClr val="F2542D"/>
                </a:solidFill>
              </a:defRPr>
            </a:lvl8pPr>
            <a:lvl9pPr algn="l">
              <a:defRPr sz="900" b="1">
                <a:solidFill>
                  <a:srgbClr val="F2542D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F2542D"/>
                </a:solidFill>
              </a:defRPr>
            </a:pPr>
            <a:r>
              <a:rPr sz="900" b="1">
                <a:solidFill>
                  <a:srgbClr val="F2542D"/>
                </a:solidFill>
              </a:rPr>
              <a:t>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A86701-36BA-4770-8269-0750BD007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333625"/>
            <a:ext cx="19526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182235"/>
                </a:solidFill>
              </a:defRPr>
            </a:defPPr>
            <a:lvl1pPr algn="l">
              <a:defRPr sz="1350" b="1">
                <a:solidFill>
                  <a:srgbClr val="182235"/>
                </a:solidFill>
              </a:defRPr>
            </a:lvl1pPr>
            <a:lvl2pPr algn="l">
              <a:defRPr sz="1350" b="1">
                <a:solidFill>
                  <a:srgbClr val="182235"/>
                </a:solidFill>
              </a:defRPr>
            </a:lvl2pPr>
            <a:lvl3pPr algn="l">
              <a:defRPr sz="1350" b="1">
                <a:solidFill>
                  <a:srgbClr val="182235"/>
                </a:solidFill>
              </a:defRPr>
            </a:lvl3pPr>
            <a:lvl4pPr algn="l">
              <a:defRPr sz="1350" b="1">
                <a:solidFill>
                  <a:srgbClr val="182235"/>
                </a:solidFill>
              </a:defRPr>
            </a:lvl4pPr>
            <a:lvl5pPr algn="l">
              <a:defRPr sz="1350" b="1">
                <a:solidFill>
                  <a:srgbClr val="182235"/>
                </a:solidFill>
              </a:defRPr>
            </a:lvl5pPr>
            <a:lvl6pPr algn="l">
              <a:defRPr sz="1350" b="1">
                <a:solidFill>
                  <a:srgbClr val="182235"/>
                </a:solidFill>
              </a:defRPr>
            </a:lvl6pPr>
            <a:lvl7pPr algn="l">
              <a:defRPr sz="1350" b="1">
                <a:solidFill>
                  <a:srgbClr val="182235"/>
                </a:solidFill>
              </a:defRPr>
            </a:lvl7pPr>
            <a:lvl8pPr algn="l">
              <a:defRPr sz="1350" b="1">
                <a:solidFill>
                  <a:srgbClr val="182235"/>
                </a:solidFill>
              </a:defRPr>
            </a:lvl8pPr>
            <a:lvl9pPr algn="l">
              <a:defRPr sz="1350" b="1">
                <a:solidFill>
                  <a:srgbClr val="182235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82235"/>
                </a:solidFill>
              </a:defRPr>
            </a:pPr>
            <a:r>
              <a:rPr sz="1350" b="1">
                <a:solidFill>
                  <a:srgbClr val="182235"/>
                </a:solidFill>
              </a:rPr>
              <a:t>Dish quantity</a:t>
            </a:r>
          </a:p>
          <a:p xmlns:a="http://schemas.openxmlformats.org/drawingml/2006/main">
            <a:pPr algn="l">
              <a:defRPr sz="1350" b="1">
                <a:solidFill>
                  <a:srgbClr val="182235"/>
                </a:solidFill>
              </a:defRPr>
            </a:pPr>
            <a:r>
              <a:rPr sz="1350" b="1">
                <a:solidFill>
                  <a:srgbClr val="182235"/>
                </a:solidFill>
              </a:rPr>
              <a:t>Confidence</a:t>
            </a:r>
          </a:p>
          <a:p xmlns:a="http://schemas.openxmlformats.org/drawingml/2006/main">
            <a:pPr algn="l">
              <a:defRPr sz="1350" b="1">
                <a:solidFill>
                  <a:srgbClr val="182235"/>
                </a:solidFill>
              </a:defRPr>
            </a:pPr>
            <a:r>
              <a:rPr sz="1350" b="1">
                <a:solidFill>
                  <a:srgbClr val="182235"/>
                </a:solidFill>
              </a:rPr>
              <a:t>Food saved estimate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F235D0-E180-41E7-9F67-522C9734E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38600"/>
            <a:ext cx="51435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3EC"/>
          </a:solidFill>
          <a:ln xmlns:a="http://schemas.openxmlformats.org/drawingml/2006/main" w="9525">
            <a:solidFill>
              <a:srgbClr val="FFD5C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0FE813-A069-4A5E-83E5-578A7BF36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5767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F2542D"/>
                </a:solidFill>
              </a:defRPr>
            </a:defPPr>
            <a:lvl1pPr algn="l">
              <a:defRPr sz="900" b="1">
                <a:solidFill>
                  <a:srgbClr val="F2542D"/>
                </a:solidFill>
              </a:defRPr>
            </a:lvl1pPr>
            <a:lvl2pPr algn="l">
              <a:defRPr sz="900" b="1">
                <a:solidFill>
                  <a:srgbClr val="F2542D"/>
                </a:solidFill>
              </a:defRPr>
            </a:lvl2pPr>
            <a:lvl3pPr algn="l">
              <a:defRPr sz="900" b="1">
                <a:solidFill>
                  <a:srgbClr val="F2542D"/>
                </a:solidFill>
              </a:defRPr>
            </a:lvl3pPr>
            <a:lvl4pPr algn="l">
              <a:defRPr sz="900" b="1">
                <a:solidFill>
                  <a:srgbClr val="F2542D"/>
                </a:solidFill>
              </a:defRPr>
            </a:lvl4pPr>
            <a:lvl5pPr algn="l">
              <a:defRPr sz="900" b="1">
                <a:solidFill>
                  <a:srgbClr val="F2542D"/>
                </a:solidFill>
              </a:defRPr>
            </a:lvl5pPr>
            <a:lvl6pPr algn="l">
              <a:defRPr sz="900" b="1">
                <a:solidFill>
                  <a:srgbClr val="F2542D"/>
                </a:solidFill>
              </a:defRPr>
            </a:lvl6pPr>
            <a:lvl7pPr algn="l">
              <a:defRPr sz="900" b="1">
                <a:solidFill>
                  <a:srgbClr val="F2542D"/>
                </a:solidFill>
              </a:defRPr>
            </a:lvl7pPr>
            <a:lvl8pPr algn="l">
              <a:defRPr sz="900" b="1">
                <a:solidFill>
                  <a:srgbClr val="F2542D"/>
                </a:solidFill>
              </a:defRPr>
            </a:lvl8pPr>
            <a:lvl9pPr algn="l">
              <a:defRPr sz="900" b="1">
                <a:solidFill>
                  <a:srgbClr val="F2542D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F2542D"/>
                </a:solidFill>
              </a:defRPr>
            </a:pPr>
            <a:r>
              <a:rPr sz="900" b="1">
                <a:solidFill>
                  <a:srgbClr val="F2542D"/>
                </a:solidFill>
              </a:rPr>
              <a:t>LEARNING TARGET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DA47C0-29AB-4138-A90C-E912646B8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0"/>
            <a:ext cx="447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182235"/>
                </a:solidFill>
              </a:defRPr>
            </a:defPPr>
            <a:lvl1pPr algn="l">
              <a:defRPr sz="1650" b="1">
                <a:solidFill>
                  <a:srgbClr val="182235"/>
                </a:solidFill>
              </a:defRPr>
            </a:lvl1pPr>
            <a:lvl2pPr algn="l">
              <a:defRPr sz="1650" b="1">
                <a:solidFill>
                  <a:srgbClr val="182235"/>
                </a:solidFill>
              </a:defRPr>
            </a:lvl2pPr>
            <a:lvl3pPr algn="l">
              <a:defRPr sz="1650" b="1">
                <a:solidFill>
                  <a:srgbClr val="182235"/>
                </a:solidFill>
              </a:defRPr>
            </a:lvl3pPr>
            <a:lvl4pPr algn="l">
              <a:defRPr sz="1650" b="1">
                <a:solidFill>
                  <a:srgbClr val="182235"/>
                </a:solidFill>
              </a:defRPr>
            </a:lvl4pPr>
            <a:lvl5pPr algn="l">
              <a:defRPr sz="1650" b="1">
                <a:solidFill>
                  <a:srgbClr val="182235"/>
                </a:solidFill>
              </a:defRPr>
            </a:lvl5pPr>
            <a:lvl6pPr algn="l">
              <a:defRPr sz="1650" b="1">
                <a:solidFill>
                  <a:srgbClr val="182235"/>
                </a:solidFill>
              </a:defRPr>
            </a:lvl6pPr>
            <a:lvl7pPr algn="l">
              <a:defRPr sz="1650" b="1">
                <a:solidFill>
                  <a:srgbClr val="182235"/>
                </a:solidFill>
              </a:defRPr>
            </a:lvl7pPr>
            <a:lvl8pPr algn="l">
              <a:defRPr sz="1650" b="1">
                <a:solidFill>
                  <a:srgbClr val="182235"/>
                </a:solidFill>
              </a:defRPr>
            </a:lvl8pPr>
            <a:lvl9pPr algn="l">
              <a:defRPr sz="1650" b="1">
                <a:solidFill>
                  <a:srgbClr val="182235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82235"/>
                </a:solidFill>
              </a:defRPr>
            </a:pPr>
            <a:r>
              <a:rPr sz="1650" b="1">
                <a:solidFill>
                  <a:srgbClr val="182235"/>
                </a:solidFill>
              </a:rPr>
              <a:t>Consumed portions = prepared quantity − leftover portions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B55B6A-85CB-4C89-A64A-FBDC562D8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72075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D6A7C"/>
                </a:solidFill>
              </a:defRPr>
            </a:defPPr>
            <a:lvl1pPr algn="l">
              <a:defRPr sz="1050" b="0">
                <a:solidFill>
                  <a:srgbClr val="5D6A7C"/>
                </a:solidFill>
              </a:defRPr>
            </a:lvl1pPr>
            <a:lvl2pPr algn="l">
              <a:defRPr sz="1050" b="0">
                <a:solidFill>
                  <a:srgbClr val="5D6A7C"/>
                </a:solidFill>
              </a:defRPr>
            </a:lvl2pPr>
            <a:lvl3pPr algn="l">
              <a:defRPr sz="1050" b="0">
                <a:solidFill>
                  <a:srgbClr val="5D6A7C"/>
                </a:solidFill>
              </a:defRPr>
            </a:lvl3pPr>
            <a:lvl4pPr algn="l">
              <a:defRPr sz="1050" b="0">
                <a:solidFill>
                  <a:srgbClr val="5D6A7C"/>
                </a:solidFill>
              </a:defRPr>
            </a:lvl4pPr>
            <a:lvl5pPr algn="l">
              <a:defRPr sz="1050" b="0">
                <a:solidFill>
                  <a:srgbClr val="5D6A7C"/>
                </a:solidFill>
              </a:defRPr>
            </a:lvl5pPr>
            <a:lvl6pPr algn="l">
              <a:defRPr sz="1050" b="0">
                <a:solidFill>
                  <a:srgbClr val="5D6A7C"/>
                </a:solidFill>
              </a:defRPr>
            </a:lvl6pPr>
            <a:lvl7pPr algn="l">
              <a:defRPr sz="1050" b="0">
                <a:solidFill>
                  <a:srgbClr val="5D6A7C"/>
                </a:solidFill>
              </a:defRPr>
            </a:lvl7pPr>
            <a:lvl8pPr algn="l">
              <a:defRPr sz="1050" b="0">
                <a:solidFill>
                  <a:srgbClr val="5D6A7C"/>
                </a:solidFill>
              </a:defRPr>
            </a:lvl8pPr>
            <a:lvl9pPr algn="l">
              <a:defRPr sz="1050" b="0">
                <a:solidFill>
                  <a:srgbClr val="5D6A7C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D6A7C"/>
                </a:solidFill>
              </a:defRPr>
            </a:pPr>
            <a:r>
              <a:rPr sz="1050" b="0">
                <a:solidFill>
                  <a:srgbClr val="5D6A7C"/>
                </a:solidFill>
              </a:rPr>
              <a:t>The model does not mistake overproduction for genuine demand.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AB15A1-3132-4A15-AB05-2A7EA6AD6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38600"/>
            <a:ext cx="51816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EEF7F2"/>
          </a:solidFill>
          <a:ln xmlns:a="http://schemas.openxmlformats.org/drawingml/2006/main" w="9525">
            <a:solidFill>
              <a:srgbClr val="CBE9D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6CD924-5D69-49DD-BAE1-D9C234AAF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25767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199B67"/>
                </a:solidFill>
              </a:defRPr>
            </a:defPPr>
            <a:lvl1pPr algn="l">
              <a:defRPr sz="900" b="1">
                <a:solidFill>
                  <a:srgbClr val="199B67"/>
                </a:solidFill>
              </a:defRPr>
            </a:lvl1pPr>
            <a:lvl2pPr algn="l">
              <a:defRPr sz="900" b="1">
                <a:solidFill>
                  <a:srgbClr val="199B67"/>
                </a:solidFill>
              </a:defRPr>
            </a:lvl2pPr>
            <a:lvl3pPr algn="l">
              <a:defRPr sz="900" b="1">
                <a:solidFill>
                  <a:srgbClr val="199B67"/>
                </a:solidFill>
              </a:defRPr>
            </a:lvl3pPr>
            <a:lvl4pPr algn="l">
              <a:defRPr sz="900" b="1">
                <a:solidFill>
                  <a:srgbClr val="199B67"/>
                </a:solidFill>
              </a:defRPr>
            </a:lvl4pPr>
            <a:lvl5pPr algn="l">
              <a:defRPr sz="900" b="1">
                <a:solidFill>
                  <a:srgbClr val="199B67"/>
                </a:solidFill>
              </a:defRPr>
            </a:lvl5pPr>
            <a:lvl6pPr algn="l">
              <a:defRPr sz="900" b="1">
                <a:solidFill>
                  <a:srgbClr val="199B67"/>
                </a:solidFill>
              </a:defRPr>
            </a:lvl6pPr>
            <a:lvl7pPr algn="l">
              <a:defRPr sz="900" b="1">
                <a:solidFill>
                  <a:srgbClr val="199B67"/>
                </a:solidFill>
              </a:defRPr>
            </a:lvl7pPr>
            <a:lvl8pPr algn="l">
              <a:defRPr sz="900" b="1">
                <a:solidFill>
                  <a:srgbClr val="199B67"/>
                </a:solidFill>
              </a:defRPr>
            </a:lvl8pPr>
            <a:lvl9pPr algn="l">
              <a:defRPr sz="900" b="1">
                <a:solidFill>
                  <a:srgbClr val="199B67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199B67"/>
                </a:solidFill>
              </a:defRPr>
            </a:pPr>
            <a:r>
              <a:rPr sz="900" b="1">
                <a:solidFill>
                  <a:srgbClr val="199B67"/>
                </a:solidFill>
              </a:rPr>
              <a:t>BUSINESS CONTRIBUTION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87EAC3D-9428-4B44-A77F-970FD8CB7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572000"/>
            <a:ext cx="447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182235"/>
                </a:solidFill>
              </a:defRPr>
            </a:defPPr>
            <a:lvl1pPr algn="l">
              <a:defRPr sz="1575" b="1">
                <a:solidFill>
                  <a:srgbClr val="182235"/>
                </a:solidFill>
              </a:defRPr>
            </a:lvl1pPr>
            <a:lvl2pPr algn="l">
              <a:defRPr sz="1575" b="1">
                <a:solidFill>
                  <a:srgbClr val="182235"/>
                </a:solidFill>
              </a:defRPr>
            </a:lvl2pPr>
            <a:lvl3pPr algn="l">
              <a:defRPr sz="1575" b="1">
                <a:solidFill>
                  <a:srgbClr val="182235"/>
                </a:solidFill>
              </a:defRPr>
            </a:lvl3pPr>
            <a:lvl4pPr algn="l">
              <a:defRPr sz="1575" b="1">
                <a:solidFill>
                  <a:srgbClr val="182235"/>
                </a:solidFill>
              </a:defRPr>
            </a:lvl4pPr>
            <a:lvl5pPr algn="l">
              <a:defRPr sz="1575" b="1">
                <a:solidFill>
                  <a:srgbClr val="182235"/>
                </a:solidFill>
              </a:defRPr>
            </a:lvl5pPr>
            <a:lvl6pPr algn="l">
              <a:defRPr sz="1575" b="1">
                <a:solidFill>
                  <a:srgbClr val="182235"/>
                </a:solidFill>
              </a:defRPr>
            </a:lvl6pPr>
            <a:lvl7pPr algn="l">
              <a:defRPr sz="1575" b="1">
                <a:solidFill>
                  <a:srgbClr val="182235"/>
                </a:solidFill>
              </a:defRPr>
            </a:lvl7pPr>
            <a:lvl8pPr algn="l">
              <a:defRPr sz="1575" b="1">
                <a:solidFill>
                  <a:srgbClr val="182235"/>
                </a:solidFill>
              </a:defRPr>
            </a:lvl8pPr>
            <a:lvl9pPr algn="l">
              <a:defRPr sz="1575" b="1">
                <a:solidFill>
                  <a:srgbClr val="182235"/>
                </a:solidFill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182235"/>
                </a:solidFill>
              </a:defRPr>
            </a:pPr>
            <a:r>
              <a:rPr sz="1575" b="1">
                <a:solidFill>
                  <a:srgbClr val="182235"/>
                </a:solidFill>
              </a:rPr>
              <a:t>Managers receive a recommended quantity for every dish before the next service day.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96155B6-2D6D-48FB-AFDD-87B1E3E95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172075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050" b="0">
                <a:solidFill>
                  <a:srgbClr val="5D6A7C"/>
                </a:solidFill>
              </a:defRPr>
            </a:defPPr>
            <a:lvl1pPr algn="l">
              <a:defRPr sz="1050" b="0">
                <a:solidFill>
                  <a:srgbClr val="5D6A7C"/>
                </a:solidFill>
              </a:defRPr>
            </a:lvl1pPr>
            <a:lvl2pPr algn="l">
              <a:defRPr sz="1050" b="0">
                <a:solidFill>
                  <a:srgbClr val="5D6A7C"/>
                </a:solidFill>
              </a:defRPr>
            </a:lvl2pPr>
            <a:lvl3pPr algn="l">
              <a:defRPr sz="1050" b="0">
                <a:solidFill>
                  <a:srgbClr val="5D6A7C"/>
                </a:solidFill>
              </a:defRPr>
            </a:lvl3pPr>
            <a:lvl4pPr algn="l">
              <a:defRPr sz="1050" b="0">
                <a:solidFill>
                  <a:srgbClr val="5D6A7C"/>
                </a:solidFill>
              </a:defRPr>
            </a:lvl4pPr>
            <a:lvl5pPr algn="l">
              <a:defRPr sz="1050" b="0">
                <a:solidFill>
                  <a:srgbClr val="5D6A7C"/>
                </a:solidFill>
              </a:defRPr>
            </a:lvl5pPr>
            <a:lvl6pPr algn="l">
              <a:defRPr sz="1050" b="0">
                <a:solidFill>
                  <a:srgbClr val="5D6A7C"/>
                </a:solidFill>
              </a:defRPr>
            </a:lvl6pPr>
            <a:lvl7pPr algn="l">
              <a:defRPr sz="1050" b="0">
                <a:solidFill>
                  <a:srgbClr val="5D6A7C"/>
                </a:solidFill>
              </a:defRPr>
            </a:lvl7pPr>
            <a:lvl8pPr algn="l">
              <a:defRPr sz="1050" b="0">
                <a:solidFill>
                  <a:srgbClr val="5D6A7C"/>
                </a:solidFill>
              </a:defRPr>
            </a:lvl8pPr>
            <a:lvl9pPr algn="l">
              <a:defRPr sz="1050" b="0">
                <a:solidFill>
                  <a:srgbClr val="5D6A7C"/>
                </a:solidFill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D6A7C"/>
                </a:solidFill>
              </a:defRPr>
            </a:pPr>
            <a:r>
              <a:rPr sz="1050" b="0">
                <a:solidFill>
                  <a:srgbClr val="5D6A7C"/>
                </a:solidFill>
              </a:rPr>
              <a:t>Recent leftovers lower the recommendation while weekday rush patterns raise it.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AD361FB-988B-49E8-807C-01BDCF6DD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>
                <a:solidFill>
                  <a:srgbClr val="95A0AF"/>
                </a:solidFill>
              </a:defRPr>
            </a:defPPr>
            <a:lvl1pPr algn="r">
              <a:defRPr sz="825" b="1">
                <a:solidFill>
                  <a:srgbClr val="95A0AF"/>
                </a:solidFill>
              </a:defRPr>
            </a:lvl1pPr>
            <a:lvl2pPr algn="r">
              <a:defRPr sz="825" b="1">
                <a:solidFill>
                  <a:srgbClr val="95A0AF"/>
                </a:solidFill>
              </a:defRPr>
            </a:lvl2pPr>
            <a:lvl3pPr algn="r">
              <a:defRPr sz="825" b="1">
                <a:solidFill>
                  <a:srgbClr val="95A0AF"/>
                </a:solidFill>
              </a:defRPr>
            </a:lvl3pPr>
            <a:lvl4pPr algn="r">
              <a:defRPr sz="825" b="1">
                <a:solidFill>
                  <a:srgbClr val="95A0AF"/>
                </a:solidFill>
              </a:defRPr>
            </a:lvl4pPr>
            <a:lvl5pPr algn="r">
              <a:defRPr sz="825" b="1">
                <a:solidFill>
                  <a:srgbClr val="95A0AF"/>
                </a:solidFill>
              </a:defRPr>
            </a:lvl5pPr>
            <a:lvl6pPr algn="r">
              <a:defRPr sz="825" b="1">
                <a:solidFill>
                  <a:srgbClr val="95A0AF"/>
                </a:solidFill>
              </a:defRPr>
            </a:lvl6pPr>
            <a:lvl7pPr algn="r">
              <a:defRPr sz="825" b="1">
                <a:solidFill>
                  <a:srgbClr val="95A0AF"/>
                </a:solidFill>
              </a:defRPr>
            </a:lvl7pPr>
            <a:lvl8pPr algn="r">
              <a:defRPr sz="825" b="1">
                <a:solidFill>
                  <a:srgbClr val="95A0AF"/>
                </a:solidFill>
              </a:defRPr>
            </a:lvl8pPr>
            <a:lvl9pPr algn="r">
              <a:defRPr sz="825" b="1">
                <a:solidFill>
                  <a:srgbClr val="95A0AF"/>
                </a:solidFill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95A0AF"/>
                </a:solidFill>
              </a:defRPr>
            </a:pPr>
            <a:r>
              <a:rPr sz="825" b="1">
                <a:solidFill>
                  <a:srgbClr val="95A0AF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18909857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ABDD45-C0C3-4562-BEEC-56196F41C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182235"/>
                </a:solidFill>
              </a:defRPr>
            </a:defPPr>
            <a:lvl1pPr algn="l">
              <a:defRPr sz="2550" b="1">
                <a:solidFill>
                  <a:srgbClr val="182235"/>
                </a:solidFill>
              </a:defRPr>
            </a:lvl1pPr>
            <a:lvl2pPr algn="l">
              <a:defRPr sz="2550" b="1">
                <a:solidFill>
                  <a:srgbClr val="182235"/>
                </a:solidFill>
              </a:defRPr>
            </a:lvl2pPr>
            <a:lvl3pPr algn="l">
              <a:defRPr sz="2550" b="1">
                <a:solidFill>
                  <a:srgbClr val="182235"/>
                </a:solidFill>
              </a:defRPr>
            </a:lvl3pPr>
            <a:lvl4pPr algn="l">
              <a:defRPr sz="2550" b="1">
                <a:solidFill>
                  <a:srgbClr val="182235"/>
                </a:solidFill>
              </a:defRPr>
            </a:lvl4pPr>
            <a:lvl5pPr algn="l">
              <a:defRPr sz="2550" b="1">
                <a:solidFill>
                  <a:srgbClr val="182235"/>
                </a:solidFill>
              </a:defRPr>
            </a:lvl5pPr>
            <a:lvl6pPr algn="l">
              <a:defRPr sz="2550" b="1">
                <a:solidFill>
                  <a:srgbClr val="182235"/>
                </a:solidFill>
              </a:defRPr>
            </a:lvl6pPr>
            <a:lvl7pPr algn="l">
              <a:defRPr sz="2550" b="1">
                <a:solidFill>
                  <a:srgbClr val="182235"/>
                </a:solidFill>
              </a:defRPr>
            </a:lvl7pPr>
            <a:lvl8pPr algn="l">
              <a:defRPr sz="2550" b="1">
                <a:solidFill>
                  <a:srgbClr val="182235"/>
                </a:solidFill>
              </a:defRPr>
            </a:lvl8pPr>
            <a:lvl9pPr algn="l">
              <a:defRPr sz="2550" b="1">
                <a:solidFill>
                  <a:srgbClr val="182235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82235"/>
                </a:solidFill>
              </a:defRPr>
            </a:pPr>
            <a:r>
              <a:rPr sz="2550" b="1">
                <a:solidFill>
                  <a:srgbClr val="182235"/>
                </a:solidFill>
              </a:rPr>
              <a:t>Recurring software revenue from each operating outlet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B6FE6D-F1F8-4654-8147-FB2D245D3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42975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5D6A7C"/>
                </a:solidFill>
              </a:defRPr>
            </a:defPPr>
            <a:lvl1pPr algn="l">
              <a:defRPr sz="1275" b="0">
                <a:solidFill>
                  <a:srgbClr val="5D6A7C"/>
                </a:solidFill>
              </a:defRPr>
            </a:lvl1pPr>
            <a:lvl2pPr algn="l">
              <a:defRPr sz="1275" b="0">
                <a:solidFill>
                  <a:srgbClr val="5D6A7C"/>
                </a:solidFill>
              </a:defRPr>
            </a:lvl2pPr>
            <a:lvl3pPr algn="l">
              <a:defRPr sz="1275" b="0">
                <a:solidFill>
                  <a:srgbClr val="5D6A7C"/>
                </a:solidFill>
              </a:defRPr>
            </a:lvl3pPr>
            <a:lvl4pPr algn="l">
              <a:defRPr sz="1275" b="0">
                <a:solidFill>
                  <a:srgbClr val="5D6A7C"/>
                </a:solidFill>
              </a:defRPr>
            </a:lvl4pPr>
            <a:lvl5pPr algn="l">
              <a:defRPr sz="1275" b="0">
                <a:solidFill>
                  <a:srgbClr val="5D6A7C"/>
                </a:solidFill>
              </a:defRPr>
            </a:lvl5pPr>
            <a:lvl6pPr algn="l">
              <a:defRPr sz="1275" b="0">
                <a:solidFill>
                  <a:srgbClr val="5D6A7C"/>
                </a:solidFill>
              </a:defRPr>
            </a:lvl6pPr>
            <a:lvl7pPr algn="l">
              <a:defRPr sz="1275" b="0">
                <a:solidFill>
                  <a:srgbClr val="5D6A7C"/>
                </a:solidFill>
              </a:defRPr>
            </a:lvl7pPr>
            <a:lvl8pPr algn="l">
              <a:defRPr sz="1275" b="0">
                <a:solidFill>
                  <a:srgbClr val="5D6A7C"/>
                </a:solidFill>
              </a:defRPr>
            </a:lvl8pPr>
            <a:lvl9pPr algn="l">
              <a:defRPr sz="1275" b="0">
                <a:solidFill>
                  <a:srgbClr val="5D6A7C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D6A7C"/>
                </a:solidFill>
              </a:defRPr>
            </a:pPr>
            <a:r>
              <a:rPr sz="1275" b="0">
                <a:solidFill>
                  <a:srgbClr val="5D6A7C"/>
                </a:solidFill>
              </a:rPr>
              <a:t>The commercial model aligns with the canteen’s daily use of the platform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0A298D-D100-415A-B961-F09DA17FE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76250"/>
            <a:ext cx="81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975" b="1">
                <a:solidFill>
                  <a:srgbClr val="F2542D"/>
                </a:solidFill>
              </a:defRPr>
            </a:defPPr>
            <a:lvl1pPr algn="r">
              <a:defRPr sz="975" b="1">
                <a:solidFill>
                  <a:srgbClr val="F2542D"/>
                </a:solidFill>
              </a:defRPr>
            </a:lvl1pPr>
            <a:lvl2pPr algn="r">
              <a:defRPr sz="975" b="1">
                <a:solidFill>
                  <a:srgbClr val="F2542D"/>
                </a:solidFill>
              </a:defRPr>
            </a:lvl2pPr>
            <a:lvl3pPr algn="r">
              <a:defRPr sz="975" b="1">
                <a:solidFill>
                  <a:srgbClr val="F2542D"/>
                </a:solidFill>
              </a:defRPr>
            </a:lvl3pPr>
            <a:lvl4pPr algn="r">
              <a:defRPr sz="975" b="1">
                <a:solidFill>
                  <a:srgbClr val="F2542D"/>
                </a:solidFill>
              </a:defRPr>
            </a:lvl4pPr>
            <a:lvl5pPr algn="r">
              <a:defRPr sz="975" b="1">
                <a:solidFill>
                  <a:srgbClr val="F2542D"/>
                </a:solidFill>
              </a:defRPr>
            </a:lvl5pPr>
            <a:lvl6pPr algn="r">
              <a:defRPr sz="975" b="1">
                <a:solidFill>
                  <a:srgbClr val="F2542D"/>
                </a:solidFill>
              </a:defRPr>
            </a:lvl6pPr>
            <a:lvl7pPr algn="r">
              <a:defRPr sz="975" b="1">
                <a:solidFill>
                  <a:srgbClr val="F2542D"/>
                </a:solidFill>
              </a:defRPr>
            </a:lvl7pPr>
            <a:lvl8pPr algn="r">
              <a:defRPr sz="975" b="1">
                <a:solidFill>
                  <a:srgbClr val="F2542D"/>
                </a:solidFill>
              </a:defRPr>
            </a:lvl8pPr>
            <a:lvl9pPr algn="r">
              <a:defRPr sz="975" b="1">
                <a:solidFill>
                  <a:srgbClr val="F2542D"/>
                </a:solidFill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F2542D"/>
                </a:solidFill>
              </a:defRPr>
            </a:pPr>
            <a:r>
              <a:rPr sz="975" b="1">
                <a:solidFill>
                  <a:srgbClr val="F2542D"/>
                </a:solidFill>
              </a:rPr>
              <a:t>MEALY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D677FB-5B60-4B45-B448-8ED875CCB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383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F2542D"/>
                </a:solidFill>
              </a:defRPr>
            </a:defPPr>
            <a:lvl1pPr algn="l">
              <a:defRPr sz="900" b="1">
                <a:solidFill>
                  <a:srgbClr val="F2542D"/>
                </a:solidFill>
              </a:defRPr>
            </a:lvl1pPr>
            <a:lvl2pPr algn="l">
              <a:defRPr sz="900" b="1">
                <a:solidFill>
                  <a:srgbClr val="F2542D"/>
                </a:solidFill>
              </a:defRPr>
            </a:lvl2pPr>
            <a:lvl3pPr algn="l">
              <a:defRPr sz="900" b="1">
                <a:solidFill>
                  <a:srgbClr val="F2542D"/>
                </a:solidFill>
              </a:defRPr>
            </a:lvl3pPr>
            <a:lvl4pPr algn="l">
              <a:defRPr sz="900" b="1">
                <a:solidFill>
                  <a:srgbClr val="F2542D"/>
                </a:solidFill>
              </a:defRPr>
            </a:lvl4pPr>
            <a:lvl5pPr algn="l">
              <a:defRPr sz="900" b="1">
                <a:solidFill>
                  <a:srgbClr val="F2542D"/>
                </a:solidFill>
              </a:defRPr>
            </a:lvl5pPr>
            <a:lvl6pPr algn="l">
              <a:defRPr sz="900" b="1">
                <a:solidFill>
                  <a:srgbClr val="F2542D"/>
                </a:solidFill>
              </a:defRPr>
            </a:lvl6pPr>
            <a:lvl7pPr algn="l">
              <a:defRPr sz="900" b="1">
                <a:solidFill>
                  <a:srgbClr val="F2542D"/>
                </a:solidFill>
              </a:defRPr>
            </a:lvl7pPr>
            <a:lvl8pPr algn="l">
              <a:defRPr sz="900" b="1">
                <a:solidFill>
                  <a:srgbClr val="F2542D"/>
                </a:solidFill>
              </a:defRPr>
            </a:lvl8pPr>
            <a:lvl9pPr algn="l">
              <a:defRPr sz="900" b="1">
                <a:solidFill>
                  <a:srgbClr val="F2542D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F2542D"/>
                </a:solidFill>
              </a:defRPr>
            </a:pPr>
            <a:r>
              <a:rPr sz="900" b="1">
                <a:solidFill>
                  <a:srgbClr val="F2542D"/>
                </a:solidFill>
              </a:rPr>
              <a:t>SETUP AND ONBOARDING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0ECEF9-E8C5-4997-9E97-8740B7545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600200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1">
                <a:solidFill>
                  <a:srgbClr val="182235"/>
                </a:solidFill>
              </a:defRPr>
            </a:defPPr>
            <a:lvl1pPr algn="l">
              <a:defRPr sz="1950" b="1">
                <a:solidFill>
                  <a:srgbClr val="182235"/>
                </a:solidFill>
              </a:defRPr>
            </a:lvl1pPr>
            <a:lvl2pPr algn="l">
              <a:defRPr sz="1950" b="1">
                <a:solidFill>
                  <a:srgbClr val="182235"/>
                </a:solidFill>
              </a:defRPr>
            </a:lvl2pPr>
            <a:lvl3pPr algn="l">
              <a:defRPr sz="1950" b="1">
                <a:solidFill>
                  <a:srgbClr val="182235"/>
                </a:solidFill>
              </a:defRPr>
            </a:lvl3pPr>
            <a:lvl4pPr algn="l">
              <a:defRPr sz="1950" b="1">
                <a:solidFill>
                  <a:srgbClr val="182235"/>
                </a:solidFill>
              </a:defRPr>
            </a:lvl4pPr>
            <a:lvl5pPr algn="l">
              <a:defRPr sz="1950" b="1">
                <a:solidFill>
                  <a:srgbClr val="182235"/>
                </a:solidFill>
              </a:defRPr>
            </a:lvl5pPr>
            <a:lvl6pPr algn="l">
              <a:defRPr sz="1950" b="1">
                <a:solidFill>
                  <a:srgbClr val="182235"/>
                </a:solidFill>
              </a:defRPr>
            </a:lvl6pPr>
            <a:lvl7pPr algn="l">
              <a:defRPr sz="1950" b="1">
                <a:solidFill>
                  <a:srgbClr val="182235"/>
                </a:solidFill>
              </a:defRPr>
            </a:lvl7pPr>
            <a:lvl8pPr algn="l">
              <a:defRPr sz="1950" b="1">
                <a:solidFill>
                  <a:srgbClr val="182235"/>
                </a:solidFill>
              </a:defRPr>
            </a:lvl8pPr>
            <a:lvl9pPr algn="l">
              <a:defRPr sz="1950" b="1">
                <a:solidFill>
                  <a:srgbClr val="182235"/>
                </a:solidFill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82235"/>
                </a:solidFill>
              </a:defRPr>
            </a:pPr>
            <a:r>
              <a:rPr sz="1950" b="1">
                <a:solidFill>
                  <a:srgbClr val="182235"/>
                </a:solidFill>
              </a:rPr>
              <a:t>₹5k–₹15k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129A02-8145-4209-9BC8-B56D9E644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28775"/>
            <a:ext cx="466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5D6A7C"/>
                </a:solidFill>
              </a:defRPr>
            </a:defPPr>
            <a:lvl1pPr algn="l">
              <a:defRPr sz="1275" b="0">
                <a:solidFill>
                  <a:srgbClr val="5D6A7C"/>
                </a:solidFill>
              </a:defRPr>
            </a:lvl1pPr>
            <a:lvl2pPr algn="l">
              <a:defRPr sz="1275" b="0">
                <a:solidFill>
                  <a:srgbClr val="5D6A7C"/>
                </a:solidFill>
              </a:defRPr>
            </a:lvl2pPr>
            <a:lvl3pPr algn="l">
              <a:defRPr sz="1275" b="0">
                <a:solidFill>
                  <a:srgbClr val="5D6A7C"/>
                </a:solidFill>
              </a:defRPr>
            </a:lvl3pPr>
            <a:lvl4pPr algn="l">
              <a:defRPr sz="1275" b="0">
                <a:solidFill>
                  <a:srgbClr val="5D6A7C"/>
                </a:solidFill>
              </a:defRPr>
            </a:lvl4pPr>
            <a:lvl5pPr algn="l">
              <a:defRPr sz="1275" b="0">
                <a:solidFill>
                  <a:srgbClr val="5D6A7C"/>
                </a:solidFill>
              </a:defRPr>
            </a:lvl5pPr>
            <a:lvl6pPr algn="l">
              <a:defRPr sz="1275" b="0">
                <a:solidFill>
                  <a:srgbClr val="5D6A7C"/>
                </a:solidFill>
              </a:defRPr>
            </a:lvl6pPr>
            <a:lvl7pPr algn="l">
              <a:defRPr sz="1275" b="0">
                <a:solidFill>
                  <a:srgbClr val="5D6A7C"/>
                </a:solidFill>
              </a:defRPr>
            </a:lvl7pPr>
            <a:lvl8pPr algn="l">
              <a:defRPr sz="1275" b="0">
                <a:solidFill>
                  <a:srgbClr val="5D6A7C"/>
                </a:solidFill>
              </a:defRPr>
            </a:lvl8pPr>
            <a:lvl9pPr algn="l">
              <a:defRPr sz="1275" b="0">
                <a:solidFill>
                  <a:srgbClr val="5D6A7C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D6A7C"/>
                </a:solidFill>
              </a:defRPr>
            </a:pPr>
            <a:r>
              <a:rPr sz="1275" b="0">
                <a:solidFill>
                  <a:srgbClr val="5D6A7C"/>
                </a:solidFill>
              </a:rPr>
              <a:t>Menu import, device configuration, staff access and training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E996BC-B21F-4961-8EB5-1AD3C509A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241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4EC"/>
          </a:solidFill>
          <a:ln xmlns:a="http://schemas.openxmlformats.org/drawingml/2006/main" w="0">
            <a:solidFill>
              <a:srgbClr val="DEE4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732631-86D9-4A08-9AA8-B1B6E121D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24175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F2542D"/>
                </a:solidFill>
              </a:defRPr>
            </a:defPPr>
            <a:lvl1pPr algn="l">
              <a:defRPr sz="900" b="1">
                <a:solidFill>
                  <a:srgbClr val="F2542D"/>
                </a:solidFill>
              </a:defRPr>
            </a:lvl1pPr>
            <a:lvl2pPr algn="l">
              <a:defRPr sz="900" b="1">
                <a:solidFill>
                  <a:srgbClr val="F2542D"/>
                </a:solidFill>
              </a:defRPr>
            </a:lvl2pPr>
            <a:lvl3pPr algn="l">
              <a:defRPr sz="900" b="1">
                <a:solidFill>
                  <a:srgbClr val="F2542D"/>
                </a:solidFill>
              </a:defRPr>
            </a:lvl3pPr>
            <a:lvl4pPr algn="l">
              <a:defRPr sz="900" b="1">
                <a:solidFill>
                  <a:srgbClr val="F2542D"/>
                </a:solidFill>
              </a:defRPr>
            </a:lvl4pPr>
            <a:lvl5pPr algn="l">
              <a:defRPr sz="900" b="1">
                <a:solidFill>
                  <a:srgbClr val="F2542D"/>
                </a:solidFill>
              </a:defRPr>
            </a:lvl5pPr>
            <a:lvl6pPr algn="l">
              <a:defRPr sz="900" b="1">
                <a:solidFill>
                  <a:srgbClr val="F2542D"/>
                </a:solidFill>
              </a:defRPr>
            </a:lvl6pPr>
            <a:lvl7pPr algn="l">
              <a:defRPr sz="900" b="1">
                <a:solidFill>
                  <a:srgbClr val="F2542D"/>
                </a:solidFill>
              </a:defRPr>
            </a:lvl7pPr>
            <a:lvl8pPr algn="l">
              <a:defRPr sz="900" b="1">
                <a:solidFill>
                  <a:srgbClr val="F2542D"/>
                </a:solidFill>
              </a:defRPr>
            </a:lvl8pPr>
            <a:lvl9pPr algn="l">
              <a:defRPr sz="900" b="1">
                <a:solidFill>
                  <a:srgbClr val="F2542D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F2542D"/>
                </a:solidFill>
              </a:defRPr>
            </a:pPr>
            <a:r>
              <a:rPr sz="900" b="1">
                <a:solidFill>
                  <a:srgbClr val="F2542D"/>
                </a:solidFill>
              </a:rPr>
              <a:t>PLATFORM SUBSCRIPTION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129827-06F9-49FB-AD62-BE09307B1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886075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1">
                <a:solidFill>
                  <a:srgbClr val="F2542D"/>
                </a:solidFill>
              </a:defRPr>
            </a:defPPr>
            <a:lvl1pPr algn="l">
              <a:defRPr sz="1950" b="1">
                <a:solidFill>
                  <a:srgbClr val="F2542D"/>
                </a:solidFill>
              </a:defRPr>
            </a:lvl1pPr>
            <a:lvl2pPr algn="l">
              <a:defRPr sz="1950" b="1">
                <a:solidFill>
                  <a:srgbClr val="F2542D"/>
                </a:solidFill>
              </a:defRPr>
            </a:lvl2pPr>
            <a:lvl3pPr algn="l">
              <a:defRPr sz="1950" b="1">
                <a:solidFill>
                  <a:srgbClr val="F2542D"/>
                </a:solidFill>
              </a:defRPr>
            </a:lvl3pPr>
            <a:lvl4pPr algn="l">
              <a:defRPr sz="1950" b="1">
                <a:solidFill>
                  <a:srgbClr val="F2542D"/>
                </a:solidFill>
              </a:defRPr>
            </a:lvl4pPr>
            <a:lvl5pPr algn="l">
              <a:defRPr sz="1950" b="1">
                <a:solidFill>
                  <a:srgbClr val="F2542D"/>
                </a:solidFill>
              </a:defRPr>
            </a:lvl5pPr>
            <a:lvl6pPr algn="l">
              <a:defRPr sz="1950" b="1">
                <a:solidFill>
                  <a:srgbClr val="F2542D"/>
                </a:solidFill>
              </a:defRPr>
            </a:lvl6pPr>
            <a:lvl7pPr algn="l">
              <a:defRPr sz="1950" b="1">
                <a:solidFill>
                  <a:srgbClr val="F2542D"/>
                </a:solidFill>
              </a:defRPr>
            </a:lvl7pPr>
            <a:lvl8pPr algn="l">
              <a:defRPr sz="1950" b="1">
                <a:solidFill>
                  <a:srgbClr val="F2542D"/>
                </a:solidFill>
              </a:defRPr>
            </a:lvl8pPr>
            <a:lvl9pPr algn="l">
              <a:defRPr sz="1950" b="1">
                <a:solidFill>
                  <a:srgbClr val="F2542D"/>
                </a:solidFill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F2542D"/>
                </a:solidFill>
              </a:defRPr>
            </a:pPr>
            <a:r>
              <a:rPr sz="1950" b="1">
                <a:solidFill>
                  <a:srgbClr val="F2542D"/>
                </a:solidFill>
              </a:rPr>
              <a:t>₹2k–₹6k / month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3E81D4-CA4D-4409-B2AC-001B406F0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14650"/>
            <a:ext cx="466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5D6A7C"/>
                </a:solidFill>
              </a:defRPr>
            </a:defPPr>
            <a:lvl1pPr algn="l">
              <a:defRPr sz="1275" b="0">
                <a:solidFill>
                  <a:srgbClr val="5D6A7C"/>
                </a:solidFill>
              </a:defRPr>
            </a:lvl1pPr>
            <a:lvl2pPr algn="l">
              <a:defRPr sz="1275" b="0">
                <a:solidFill>
                  <a:srgbClr val="5D6A7C"/>
                </a:solidFill>
              </a:defRPr>
            </a:lvl2pPr>
            <a:lvl3pPr algn="l">
              <a:defRPr sz="1275" b="0">
                <a:solidFill>
                  <a:srgbClr val="5D6A7C"/>
                </a:solidFill>
              </a:defRPr>
            </a:lvl3pPr>
            <a:lvl4pPr algn="l">
              <a:defRPr sz="1275" b="0">
                <a:solidFill>
                  <a:srgbClr val="5D6A7C"/>
                </a:solidFill>
              </a:defRPr>
            </a:lvl4pPr>
            <a:lvl5pPr algn="l">
              <a:defRPr sz="1275" b="0">
                <a:solidFill>
                  <a:srgbClr val="5D6A7C"/>
                </a:solidFill>
              </a:defRPr>
            </a:lvl5pPr>
            <a:lvl6pPr algn="l">
              <a:defRPr sz="1275" b="0">
                <a:solidFill>
                  <a:srgbClr val="5D6A7C"/>
                </a:solidFill>
              </a:defRPr>
            </a:lvl6pPr>
            <a:lvl7pPr algn="l">
              <a:defRPr sz="1275" b="0">
                <a:solidFill>
                  <a:srgbClr val="5D6A7C"/>
                </a:solidFill>
              </a:defRPr>
            </a:lvl7pPr>
            <a:lvl8pPr algn="l">
              <a:defRPr sz="1275" b="0">
                <a:solidFill>
                  <a:srgbClr val="5D6A7C"/>
                </a:solidFill>
              </a:defRPr>
            </a:lvl8pPr>
            <a:lvl9pPr algn="l">
              <a:defRPr sz="1275" b="0">
                <a:solidFill>
                  <a:srgbClr val="5D6A7C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D6A7C"/>
                </a:solidFill>
              </a:defRPr>
            </a:pPr>
            <a:r>
              <a:rPr sz="1275" b="0">
                <a:solidFill>
                  <a:srgbClr val="5D6A7C"/>
                </a:solidFill>
              </a:rPr>
              <a:t>Student ordering, POS, KDS, manager tools and reporting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D87548-83C5-4F0B-8C1A-0FA692609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09975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4EC"/>
          </a:solidFill>
          <a:ln xmlns:a="http://schemas.openxmlformats.org/drawingml/2006/main" w="0">
            <a:solidFill>
              <a:srgbClr val="DEE4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86E2C7-ECC4-4780-A384-2396F0EAA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100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F2542D"/>
                </a:solidFill>
              </a:defRPr>
            </a:defPPr>
            <a:lvl1pPr algn="l">
              <a:defRPr sz="900" b="1">
                <a:solidFill>
                  <a:srgbClr val="F2542D"/>
                </a:solidFill>
              </a:defRPr>
            </a:lvl1pPr>
            <a:lvl2pPr algn="l">
              <a:defRPr sz="900" b="1">
                <a:solidFill>
                  <a:srgbClr val="F2542D"/>
                </a:solidFill>
              </a:defRPr>
            </a:lvl2pPr>
            <a:lvl3pPr algn="l">
              <a:defRPr sz="900" b="1">
                <a:solidFill>
                  <a:srgbClr val="F2542D"/>
                </a:solidFill>
              </a:defRPr>
            </a:lvl3pPr>
            <a:lvl4pPr algn="l">
              <a:defRPr sz="900" b="1">
                <a:solidFill>
                  <a:srgbClr val="F2542D"/>
                </a:solidFill>
              </a:defRPr>
            </a:lvl4pPr>
            <a:lvl5pPr algn="l">
              <a:defRPr sz="900" b="1">
                <a:solidFill>
                  <a:srgbClr val="F2542D"/>
                </a:solidFill>
              </a:defRPr>
            </a:lvl5pPr>
            <a:lvl6pPr algn="l">
              <a:defRPr sz="900" b="1">
                <a:solidFill>
                  <a:srgbClr val="F2542D"/>
                </a:solidFill>
              </a:defRPr>
            </a:lvl6pPr>
            <a:lvl7pPr algn="l">
              <a:defRPr sz="900" b="1">
                <a:solidFill>
                  <a:srgbClr val="F2542D"/>
                </a:solidFill>
              </a:defRPr>
            </a:lvl7pPr>
            <a:lvl8pPr algn="l">
              <a:defRPr sz="900" b="1">
                <a:solidFill>
                  <a:srgbClr val="F2542D"/>
                </a:solidFill>
              </a:defRPr>
            </a:lvl8pPr>
            <a:lvl9pPr algn="l">
              <a:defRPr sz="900" b="1">
                <a:solidFill>
                  <a:srgbClr val="F2542D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F2542D"/>
                </a:solidFill>
              </a:defRPr>
            </a:pPr>
            <a:r>
              <a:rPr sz="900" b="1">
                <a:solidFill>
                  <a:srgbClr val="F2542D"/>
                </a:solidFill>
              </a:rPr>
              <a:t>OPTIONAL SERVICES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23070E-C89D-4907-9046-B447AA716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171950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1">
                <a:solidFill>
                  <a:srgbClr val="182235"/>
                </a:solidFill>
              </a:defRPr>
            </a:defPPr>
            <a:lvl1pPr algn="l">
              <a:defRPr sz="1950" b="1">
                <a:solidFill>
                  <a:srgbClr val="182235"/>
                </a:solidFill>
              </a:defRPr>
            </a:lvl1pPr>
            <a:lvl2pPr algn="l">
              <a:defRPr sz="1950" b="1">
                <a:solidFill>
                  <a:srgbClr val="182235"/>
                </a:solidFill>
              </a:defRPr>
            </a:lvl2pPr>
            <a:lvl3pPr algn="l">
              <a:defRPr sz="1950" b="1">
                <a:solidFill>
                  <a:srgbClr val="182235"/>
                </a:solidFill>
              </a:defRPr>
            </a:lvl3pPr>
            <a:lvl4pPr algn="l">
              <a:defRPr sz="1950" b="1">
                <a:solidFill>
                  <a:srgbClr val="182235"/>
                </a:solidFill>
              </a:defRPr>
            </a:lvl4pPr>
            <a:lvl5pPr algn="l">
              <a:defRPr sz="1950" b="1">
                <a:solidFill>
                  <a:srgbClr val="182235"/>
                </a:solidFill>
              </a:defRPr>
            </a:lvl5pPr>
            <a:lvl6pPr algn="l">
              <a:defRPr sz="1950" b="1">
                <a:solidFill>
                  <a:srgbClr val="182235"/>
                </a:solidFill>
              </a:defRPr>
            </a:lvl6pPr>
            <a:lvl7pPr algn="l">
              <a:defRPr sz="1950" b="1">
                <a:solidFill>
                  <a:srgbClr val="182235"/>
                </a:solidFill>
              </a:defRPr>
            </a:lvl7pPr>
            <a:lvl8pPr algn="l">
              <a:defRPr sz="1950" b="1">
                <a:solidFill>
                  <a:srgbClr val="182235"/>
                </a:solidFill>
              </a:defRPr>
            </a:lvl8pPr>
            <a:lvl9pPr algn="l">
              <a:defRPr sz="1950" b="1">
                <a:solidFill>
                  <a:srgbClr val="182235"/>
                </a:solidFill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82235"/>
                </a:solidFill>
              </a:defRPr>
            </a:pPr>
            <a:r>
              <a:rPr sz="1950" b="1">
                <a:solidFill>
                  <a:srgbClr val="182235"/>
                </a:solidFill>
              </a:rPr>
              <a:t>Usage based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D7EBDA-5A06-4BC1-AF9A-7902958D3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00525"/>
            <a:ext cx="466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275" b="0">
                <a:solidFill>
                  <a:srgbClr val="5D6A7C"/>
                </a:solidFill>
              </a:defRPr>
            </a:defPPr>
            <a:lvl1pPr algn="l">
              <a:defRPr sz="1275" b="0">
                <a:solidFill>
                  <a:srgbClr val="5D6A7C"/>
                </a:solidFill>
              </a:defRPr>
            </a:lvl1pPr>
            <a:lvl2pPr algn="l">
              <a:defRPr sz="1275" b="0">
                <a:solidFill>
                  <a:srgbClr val="5D6A7C"/>
                </a:solidFill>
              </a:defRPr>
            </a:lvl2pPr>
            <a:lvl3pPr algn="l">
              <a:defRPr sz="1275" b="0">
                <a:solidFill>
                  <a:srgbClr val="5D6A7C"/>
                </a:solidFill>
              </a:defRPr>
            </a:lvl3pPr>
            <a:lvl4pPr algn="l">
              <a:defRPr sz="1275" b="0">
                <a:solidFill>
                  <a:srgbClr val="5D6A7C"/>
                </a:solidFill>
              </a:defRPr>
            </a:lvl4pPr>
            <a:lvl5pPr algn="l">
              <a:defRPr sz="1275" b="0">
                <a:solidFill>
                  <a:srgbClr val="5D6A7C"/>
                </a:solidFill>
              </a:defRPr>
            </a:lvl5pPr>
            <a:lvl6pPr algn="l">
              <a:defRPr sz="1275" b="0">
                <a:solidFill>
                  <a:srgbClr val="5D6A7C"/>
                </a:solidFill>
              </a:defRPr>
            </a:lvl6pPr>
            <a:lvl7pPr algn="l">
              <a:defRPr sz="1275" b="0">
                <a:solidFill>
                  <a:srgbClr val="5D6A7C"/>
                </a:solidFill>
              </a:defRPr>
            </a:lvl7pPr>
            <a:lvl8pPr algn="l">
              <a:defRPr sz="1275" b="0">
                <a:solidFill>
                  <a:srgbClr val="5D6A7C"/>
                </a:solidFill>
              </a:defRPr>
            </a:lvl8pPr>
            <a:lvl9pPr algn="l">
              <a:defRPr sz="1275" b="0">
                <a:solidFill>
                  <a:srgbClr val="5D6A7C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D6A7C"/>
                </a:solidFill>
              </a:defRPr>
            </a:pPr>
            <a:r>
              <a:rPr sz="1275" b="0">
                <a:solidFill>
                  <a:srgbClr val="5D6A7C"/>
                </a:solidFill>
              </a:rPr>
              <a:t>Payment integration, hardware support and multi-campus operations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CCB011-9D67-4A37-A431-690F881B0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958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4EC"/>
          </a:solidFill>
          <a:ln xmlns:a="http://schemas.openxmlformats.org/drawingml/2006/main" w="0">
            <a:solidFill>
              <a:srgbClr val="DEE4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5E75CD-9758-436C-89FA-DA1CC02F0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72125"/>
            <a:ext cx="102870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21324B"/>
          </a:solidFill>
          <a:ln xmlns:a="http://schemas.openxmlformats.org/drawingml/2006/main" w="9525">
            <a:solidFill>
              <a:srgbClr val="21324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76FBA2-CD6F-4E93-8CE3-F43CB8F65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676900"/>
            <a:ext cx="981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425" b="1">
                <a:solidFill>
                  <a:srgbClr val="FFFFFF"/>
                </a:solidFill>
              </a:defRPr>
            </a:defPPr>
            <a:lvl1pPr algn="ctr">
              <a:defRPr sz="1425" b="1">
                <a:solidFill>
                  <a:srgbClr val="FFFFFF"/>
                </a:solidFill>
              </a:defRPr>
            </a:lvl1pPr>
            <a:lvl2pPr algn="ctr">
              <a:defRPr sz="1425" b="1">
                <a:solidFill>
                  <a:srgbClr val="FFFFFF"/>
                </a:solidFill>
              </a:defRPr>
            </a:lvl2pPr>
            <a:lvl3pPr algn="ctr">
              <a:defRPr sz="1425" b="1">
                <a:solidFill>
                  <a:srgbClr val="FFFFFF"/>
                </a:solidFill>
              </a:defRPr>
            </a:lvl3pPr>
            <a:lvl4pPr algn="ctr">
              <a:defRPr sz="1425" b="1">
                <a:solidFill>
                  <a:srgbClr val="FFFFFF"/>
                </a:solidFill>
              </a:defRPr>
            </a:lvl4pPr>
            <a:lvl5pPr algn="ctr">
              <a:defRPr sz="1425" b="1">
                <a:solidFill>
                  <a:srgbClr val="FFFFFF"/>
                </a:solidFill>
              </a:defRPr>
            </a:lvl5pPr>
            <a:lvl6pPr algn="ctr">
              <a:defRPr sz="1425" b="1">
                <a:solidFill>
                  <a:srgbClr val="FFFFFF"/>
                </a:solidFill>
              </a:defRPr>
            </a:lvl6pPr>
            <a:lvl7pPr algn="ctr">
              <a:defRPr sz="1425" b="1">
                <a:solidFill>
                  <a:srgbClr val="FFFFFF"/>
                </a:solidFill>
              </a:defRPr>
            </a:lvl7pPr>
            <a:lvl8pPr algn="ctr">
              <a:defRPr sz="1425" b="1">
                <a:solidFill>
                  <a:srgbClr val="FFFFFF"/>
                </a:solidFill>
              </a:defRPr>
            </a:lvl8pPr>
            <a:lvl9pPr algn="ctr">
              <a:defRPr sz="14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Revenue grows by outlet count. Student data remains operational data, not an advertising product.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C0FFB3-C33C-4844-B6F3-3694E790A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3890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825" b="1">
                <a:solidFill>
                  <a:srgbClr val="95A0AF"/>
                </a:solidFill>
              </a:defRPr>
            </a:defPPr>
            <a:lvl1pPr algn="r">
              <a:defRPr sz="825" b="1">
                <a:solidFill>
                  <a:srgbClr val="95A0AF"/>
                </a:solidFill>
              </a:defRPr>
            </a:lvl1pPr>
            <a:lvl2pPr algn="r">
              <a:defRPr sz="825" b="1">
                <a:solidFill>
                  <a:srgbClr val="95A0AF"/>
                </a:solidFill>
              </a:defRPr>
            </a:lvl2pPr>
            <a:lvl3pPr algn="r">
              <a:defRPr sz="825" b="1">
                <a:solidFill>
                  <a:srgbClr val="95A0AF"/>
                </a:solidFill>
              </a:defRPr>
            </a:lvl3pPr>
            <a:lvl4pPr algn="r">
              <a:defRPr sz="825" b="1">
                <a:solidFill>
                  <a:srgbClr val="95A0AF"/>
                </a:solidFill>
              </a:defRPr>
            </a:lvl4pPr>
            <a:lvl5pPr algn="r">
              <a:defRPr sz="825" b="1">
                <a:solidFill>
                  <a:srgbClr val="95A0AF"/>
                </a:solidFill>
              </a:defRPr>
            </a:lvl5pPr>
            <a:lvl6pPr algn="r">
              <a:defRPr sz="825" b="1">
                <a:solidFill>
                  <a:srgbClr val="95A0AF"/>
                </a:solidFill>
              </a:defRPr>
            </a:lvl6pPr>
            <a:lvl7pPr algn="r">
              <a:defRPr sz="825" b="1">
                <a:solidFill>
                  <a:srgbClr val="95A0AF"/>
                </a:solidFill>
              </a:defRPr>
            </a:lvl7pPr>
            <a:lvl8pPr algn="r">
              <a:defRPr sz="825" b="1">
                <a:solidFill>
                  <a:srgbClr val="95A0AF"/>
                </a:solidFill>
              </a:defRPr>
            </a:lvl8pPr>
            <a:lvl9pPr algn="r">
              <a:defRPr sz="825" b="1">
                <a:solidFill>
                  <a:srgbClr val="95A0AF"/>
                </a:solidFill>
              </a:defRPr>
            </a:lvl9pPr>
          </a:lstStyle>
          <a:p xmlns:a="http://schemas.openxmlformats.org/drawingml/2006/main">
            <a:pPr algn="r">
              <a:defRPr sz="825" b="1">
                <a:solidFill>
                  <a:srgbClr val="95A0AF"/>
                </a:solidFill>
              </a:defRPr>
            </a:pPr>
            <a:r>
              <a:rPr sz="825" b="1">
                <a:solidFill>
                  <a:srgbClr val="95A0AF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82422193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21324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4EF299-9687-4DA5-87AC-FAD0F2990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667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FFC2AA"/>
                </a:solidFill>
              </a:defRPr>
            </a:defPPr>
            <a:lvl1pPr algn="l">
              <a:defRPr sz="900" b="1">
                <a:solidFill>
                  <a:srgbClr val="FFC2AA"/>
                </a:solidFill>
              </a:defRPr>
            </a:lvl1pPr>
            <a:lvl2pPr algn="l">
              <a:defRPr sz="900" b="1">
                <a:solidFill>
                  <a:srgbClr val="FFC2AA"/>
                </a:solidFill>
              </a:defRPr>
            </a:lvl2pPr>
            <a:lvl3pPr algn="l">
              <a:defRPr sz="900" b="1">
                <a:solidFill>
                  <a:srgbClr val="FFC2AA"/>
                </a:solidFill>
              </a:defRPr>
            </a:lvl3pPr>
            <a:lvl4pPr algn="l">
              <a:defRPr sz="900" b="1">
                <a:solidFill>
                  <a:srgbClr val="FFC2AA"/>
                </a:solidFill>
              </a:defRPr>
            </a:lvl4pPr>
            <a:lvl5pPr algn="l">
              <a:defRPr sz="900" b="1">
                <a:solidFill>
                  <a:srgbClr val="FFC2AA"/>
                </a:solidFill>
              </a:defRPr>
            </a:lvl5pPr>
            <a:lvl6pPr algn="l">
              <a:defRPr sz="900" b="1">
                <a:solidFill>
                  <a:srgbClr val="FFC2AA"/>
                </a:solidFill>
              </a:defRPr>
            </a:lvl6pPr>
            <a:lvl7pPr algn="l">
              <a:defRPr sz="900" b="1">
                <a:solidFill>
                  <a:srgbClr val="FFC2AA"/>
                </a:solidFill>
              </a:defRPr>
            </a:lvl7pPr>
            <a:lvl8pPr algn="l">
              <a:defRPr sz="900" b="1">
                <a:solidFill>
                  <a:srgbClr val="FFC2AA"/>
                </a:solidFill>
              </a:defRPr>
            </a:lvl8pPr>
            <a:lvl9pPr algn="l">
              <a:defRPr sz="900" b="1">
                <a:solidFill>
                  <a:srgbClr val="FFC2AA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FFC2AA"/>
                </a:solidFill>
              </a:defRPr>
            </a:pPr>
            <a:r>
              <a:rPr sz="900" b="1">
                <a:solidFill>
                  <a:srgbClr val="FFC2AA"/>
                </a:solidFill>
              </a:rPr>
              <a:t>READY FOR CANTEEN ONBOARDING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CA548C-049F-4A85-AF18-C33DADF6E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95375"/>
            <a:ext cx="7239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450" b="1">
                <a:solidFill>
                  <a:srgbClr val="FFFFFF"/>
                </a:solidFill>
              </a:defRPr>
            </a:defPPr>
            <a:lvl1pPr algn="l">
              <a:defRPr sz="3450" b="1">
                <a:solidFill>
                  <a:srgbClr val="FFFFFF"/>
                </a:solidFill>
              </a:defRPr>
            </a:lvl1pPr>
            <a:lvl2pPr algn="l">
              <a:defRPr sz="3450" b="1">
                <a:solidFill>
                  <a:srgbClr val="FFFFFF"/>
                </a:solidFill>
              </a:defRPr>
            </a:lvl2pPr>
            <a:lvl3pPr algn="l">
              <a:defRPr sz="3450" b="1">
                <a:solidFill>
                  <a:srgbClr val="FFFFFF"/>
                </a:solidFill>
              </a:defRPr>
            </a:lvl3pPr>
            <a:lvl4pPr algn="l">
              <a:defRPr sz="3450" b="1">
                <a:solidFill>
                  <a:srgbClr val="FFFFFF"/>
                </a:solidFill>
              </a:defRPr>
            </a:lvl4pPr>
            <a:lvl5pPr algn="l">
              <a:defRPr sz="3450" b="1">
                <a:solidFill>
                  <a:srgbClr val="FFFFFF"/>
                </a:solidFill>
              </a:defRPr>
            </a:lvl5pPr>
            <a:lvl6pPr algn="l">
              <a:defRPr sz="3450" b="1">
                <a:solidFill>
                  <a:srgbClr val="FFFFFF"/>
                </a:solidFill>
              </a:defRPr>
            </a:lvl6pPr>
            <a:lvl7pPr algn="l">
              <a:defRPr sz="3450" b="1">
                <a:solidFill>
                  <a:srgbClr val="FFFFFF"/>
                </a:solidFill>
              </a:defRPr>
            </a:lvl7pPr>
            <a:lvl8pPr algn="l">
              <a:defRPr sz="3450" b="1">
                <a:solidFill>
                  <a:srgbClr val="FFFFFF"/>
                </a:solidFill>
              </a:defRPr>
            </a:lvl8pPr>
            <a:lvl9pPr algn="l">
              <a:defRPr sz="34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A deployable operating system for campus food.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0FADF2-BD62-4684-BA7F-F572EF54F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FF8A52"/>
                </a:solidFill>
              </a:defRPr>
            </a:defPPr>
            <a:lvl1pPr algn="l">
              <a:defRPr sz="900" b="1">
                <a:solidFill>
                  <a:srgbClr val="FF8A52"/>
                </a:solidFill>
              </a:defRPr>
            </a:lvl1pPr>
            <a:lvl2pPr algn="l">
              <a:defRPr sz="900" b="1">
                <a:solidFill>
                  <a:srgbClr val="FF8A52"/>
                </a:solidFill>
              </a:defRPr>
            </a:lvl2pPr>
            <a:lvl3pPr algn="l">
              <a:defRPr sz="900" b="1">
                <a:solidFill>
                  <a:srgbClr val="FF8A52"/>
                </a:solidFill>
              </a:defRPr>
            </a:lvl3pPr>
            <a:lvl4pPr algn="l">
              <a:defRPr sz="900" b="1">
                <a:solidFill>
                  <a:srgbClr val="FF8A52"/>
                </a:solidFill>
              </a:defRPr>
            </a:lvl4pPr>
            <a:lvl5pPr algn="l">
              <a:defRPr sz="900" b="1">
                <a:solidFill>
                  <a:srgbClr val="FF8A52"/>
                </a:solidFill>
              </a:defRPr>
            </a:lvl5pPr>
            <a:lvl6pPr algn="l">
              <a:defRPr sz="900" b="1">
                <a:solidFill>
                  <a:srgbClr val="FF8A52"/>
                </a:solidFill>
              </a:defRPr>
            </a:lvl6pPr>
            <a:lvl7pPr algn="l">
              <a:defRPr sz="900" b="1">
                <a:solidFill>
                  <a:srgbClr val="FF8A52"/>
                </a:solidFill>
              </a:defRPr>
            </a:lvl7pPr>
            <a:lvl8pPr algn="l">
              <a:defRPr sz="900" b="1">
                <a:solidFill>
                  <a:srgbClr val="FF8A52"/>
                </a:solidFill>
              </a:defRPr>
            </a:lvl8pPr>
            <a:lvl9pPr algn="l">
              <a:defRPr sz="900" b="1">
                <a:solidFill>
                  <a:srgbClr val="FF8A52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FF8A52"/>
                </a:solidFill>
              </a:defRPr>
            </a:pPr>
            <a:r>
              <a:rPr sz="900" b="1">
                <a:solidFill>
                  <a:srgbClr val="FF8A52"/>
                </a:solidFill>
              </a:rPr>
              <a:t>CLOUD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90B7C3-1DEB-468B-8CA2-62B61202A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6710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D4DDE8"/>
                </a:solidFill>
              </a:defRPr>
            </a:defPPr>
            <a:lvl1pPr algn="l">
              <a:defRPr sz="1350" b="1">
                <a:solidFill>
                  <a:srgbClr val="D4DDE8"/>
                </a:solidFill>
              </a:defRPr>
            </a:lvl1pPr>
            <a:lvl2pPr algn="l">
              <a:defRPr sz="1350" b="1">
                <a:solidFill>
                  <a:srgbClr val="D4DDE8"/>
                </a:solidFill>
              </a:defRPr>
            </a:lvl2pPr>
            <a:lvl3pPr algn="l">
              <a:defRPr sz="1350" b="1">
                <a:solidFill>
                  <a:srgbClr val="D4DDE8"/>
                </a:solidFill>
              </a:defRPr>
            </a:lvl3pPr>
            <a:lvl4pPr algn="l">
              <a:defRPr sz="1350" b="1">
                <a:solidFill>
                  <a:srgbClr val="D4DDE8"/>
                </a:solidFill>
              </a:defRPr>
            </a:lvl4pPr>
            <a:lvl5pPr algn="l">
              <a:defRPr sz="1350" b="1">
                <a:solidFill>
                  <a:srgbClr val="D4DDE8"/>
                </a:solidFill>
              </a:defRPr>
            </a:lvl5pPr>
            <a:lvl6pPr algn="l">
              <a:defRPr sz="1350" b="1">
                <a:solidFill>
                  <a:srgbClr val="D4DDE8"/>
                </a:solidFill>
              </a:defRPr>
            </a:lvl6pPr>
            <a:lvl7pPr algn="l">
              <a:defRPr sz="1350" b="1">
                <a:solidFill>
                  <a:srgbClr val="D4DDE8"/>
                </a:solidFill>
              </a:defRPr>
            </a:lvl7pPr>
            <a:lvl8pPr algn="l">
              <a:defRPr sz="1350" b="1">
                <a:solidFill>
                  <a:srgbClr val="D4DDE8"/>
                </a:solidFill>
              </a:defRPr>
            </a:lvl8pPr>
            <a:lvl9pPr algn="l">
              <a:defRPr sz="1350" b="1">
                <a:solidFill>
                  <a:srgbClr val="D4DDE8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D4DDE8"/>
                </a:solidFill>
              </a:defRPr>
            </a:pPr>
            <a:r>
              <a:rPr sz="1350" b="1">
                <a:solidFill>
                  <a:srgbClr val="D4DDE8"/>
                </a:solidFill>
              </a:rPr>
              <a:t>Student app, management and forecasting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C83101-BCF7-4773-BBC1-675F93321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1432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FF8A52"/>
                </a:solidFill>
              </a:defRPr>
            </a:defPPr>
            <a:lvl1pPr algn="l">
              <a:defRPr sz="900" b="1">
                <a:solidFill>
                  <a:srgbClr val="FF8A52"/>
                </a:solidFill>
              </a:defRPr>
            </a:lvl1pPr>
            <a:lvl2pPr algn="l">
              <a:defRPr sz="900" b="1">
                <a:solidFill>
                  <a:srgbClr val="FF8A52"/>
                </a:solidFill>
              </a:defRPr>
            </a:lvl2pPr>
            <a:lvl3pPr algn="l">
              <a:defRPr sz="900" b="1">
                <a:solidFill>
                  <a:srgbClr val="FF8A52"/>
                </a:solidFill>
              </a:defRPr>
            </a:lvl3pPr>
            <a:lvl4pPr algn="l">
              <a:defRPr sz="900" b="1">
                <a:solidFill>
                  <a:srgbClr val="FF8A52"/>
                </a:solidFill>
              </a:defRPr>
            </a:lvl4pPr>
            <a:lvl5pPr algn="l">
              <a:defRPr sz="900" b="1">
                <a:solidFill>
                  <a:srgbClr val="FF8A52"/>
                </a:solidFill>
              </a:defRPr>
            </a:lvl5pPr>
            <a:lvl6pPr algn="l">
              <a:defRPr sz="900" b="1">
                <a:solidFill>
                  <a:srgbClr val="FF8A52"/>
                </a:solidFill>
              </a:defRPr>
            </a:lvl6pPr>
            <a:lvl7pPr algn="l">
              <a:defRPr sz="900" b="1">
                <a:solidFill>
                  <a:srgbClr val="FF8A52"/>
                </a:solidFill>
              </a:defRPr>
            </a:lvl7pPr>
            <a:lvl8pPr algn="l">
              <a:defRPr sz="900" b="1">
                <a:solidFill>
                  <a:srgbClr val="FF8A52"/>
                </a:solidFill>
              </a:defRPr>
            </a:lvl8pPr>
            <a:lvl9pPr algn="l">
              <a:defRPr sz="900" b="1">
                <a:solidFill>
                  <a:srgbClr val="FF8A52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FF8A52"/>
                </a:solidFill>
              </a:defRPr>
            </a:pPr>
            <a:r>
              <a:rPr sz="900" b="1">
                <a:solidFill>
                  <a:srgbClr val="FF8A52"/>
                </a:solidFill>
              </a:rPr>
              <a:t>OUTLET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143278-B2CB-4992-A575-FE9FED744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46710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D4DDE8"/>
                </a:solidFill>
              </a:defRPr>
            </a:defPPr>
            <a:lvl1pPr algn="l">
              <a:defRPr sz="1350" b="1">
                <a:solidFill>
                  <a:srgbClr val="D4DDE8"/>
                </a:solidFill>
              </a:defRPr>
            </a:lvl1pPr>
            <a:lvl2pPr algn="l">
              <a:defRPr sz="1350" b="1">
                <a:solidFill>
                  <a:srgbClr val="D4DDE8"/>
                </a:solidFill>
              </a:defRPr>
            </a:lvl2pPr>
            <a:lvl3pPr algn="l">
              <a:defRPr sz="1350" b="1">
                <a:solidFill>
                  <a:srgbClr val="D4DDE8"/>
                </a:solidFill>
              </a:defRPr>
            </a:lvl3pPr>
            <a:lvl4pPr algn="l">
              <a:defRPr sz="1350" b="1">
                <a:solidFill>
                  <a:srgbClr val="D4DDE8"/>
                </a:solidFill>
              </a:defRPr>
            </a:lvl4pPr>
            <a:lvl5pPr algn="l">
              <a:defRPr sz="1350" b="1">
                <a:solidFill>
                  <a:srgbClr val="D4DDE8"/>
                </a:solidFill>
              </a:defRPr>
            </a:lvl5pPr>
            <a:lvl6pPr algn="l">
              <a:defRPr sz="1350" b="1">
                <a:solidFill>
                  <a:srgbClr val="D4DDE8"/>
                </a:solidFill>
              </a:defRPr>
            </a:lvl6pPr>
            <a:lvl7pPr algn="l">
              <a:defRPr sz="1350" b="1">
                <a:solidFill>
                  <a:srgbClr val="D4DDE8"/>
                </a:solidFill>
              </a:defRPr>
            </a:lvl7pPr>
            <a:lvl8pPr algn="l">
              <a:defRPr sz="1350" b="1">
                <a:solidFill>
                  <a:srgbClr val="D4DDE8"/>
                </a:solidFill>
              </a:defRPr>
            </a:lvl8pPr>
            <a:lvl9pPr algn="l">
              <a:defRPr sz="1350" b="1">
                <a:solidFill>
                  <a:srgbClr val="D4DDE8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D4DDE8"/>
                </a:solidFill>
              </a:defRPr>
            </a:pPr>
            <a:r>
              <a:rPr sz="1350" b="1">
                <a:solidFill>
                  <a:srgbClr val="D4DDE8"/>
                </a:solidFill>
              </a:rPr>
              <a:t>POS, KDS, gateway and printer routing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97C72D-D4B4-4566-8832-C8FBD1D37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862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FF8A52"/>
                </a:solidFill>
              </a:defRPr>
            </a:defPPr>
            <a:lvl1pPr algn="l">
              <a:defRPr sz="900" b="1">
                <a:solidFill>
                  <a:srgbClr val="FF8A52"/>
                </a:solidFill>
              </a:defRPr>
            </a:lvl1pPr>
            <a:lvl2pPr algn="l">
              <a:defRPr sz="900" b="1">
                <a:solidFill>
                  <a:srgbClr val="FF8A52"/>
                </a:solidFill>
              </a:defRPr>
            </a:lvl2pPr>
            <a:lvl3pPr algn="l">
              <a:defRPr sz="900" b="1">
                <a:solidFill>
                  <a:srgbClr val="FF8A52"/>
                </a:solidFill>
              </a:defRPr>
            </a:lvl3pPr>
            <a:lvl4pPr algn="l">
              <a:defRPr sz="900" b="1">
                <a:solidFill>
                  <a:srgbClr val="FF8A52"/>
                </a:solidFill>
              </a:defRPr>
            </a:lvl4pPr>
            <a:lvl5pPr algn="l">
              <a:defRPr sz="900" b="1">
                <a:solidFill>
                  <a:srgbClr val="FF8A52"/>
                </a:solidFill>
              </a:defRPr>
            </a:lvl5pPr>
            <a:lvl6pPr algn="l">
              <a:defRPr sz="900" b="1">
                <a:solidFill>
                  <a:srgbClr val="FF8A52"/>
                </a:solidFill>
              </a:defRPr>
            </a:lvl6pPr>
            <a:lvl7pPr algn="l">
              <a:defRPr sz="900" b="1">
                <a:solidFill>
                  <a:srgbClr val="FF8A52"/>
                </a:solidFill>
              </a:defRPr>
            </a:lvl7pPr>
            <a:lvl8pPr algn="l">
              <a:defRPr sz="900" b="1">
                <a:solidFill>
                  <a:srgbClr val="FF8A52"/>
                </a:solidFill>
              </a:defRPr>
            </a:lvl8pPr>
            <a:lvl9pPr algn="l">
              <a:defRPr sz="900" b="1">
                <a:solidFill>
                  <a:srgbClr val="FF8A52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FF8A52"/>
                </a:solidFill>
              </a:defRPr>
            </a:pPr>
            <a:r>
              <a:rPr sz="900" b="1">
                <a:solidFill>
                  <a:srgbClr val="FF8A52"/>
                </a:solidFill>
              </a:rPr>
              <a:t>OPERATIONS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B6D986-8A46-4F27-8EBB-51F49547A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1010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D4DDE8"/>
                </a:solidFill>
              </a:defRPr>
            </a:defPPr>
            <a:lvl1pPr algn="l">
              <a:defRPr sz="1350" b="1">
                <a:solidFill>
                  <a:srgbClr val="D4DDE8"/>
                </a:solidFill>
              </a:defRPr>
            </a:lvl1pPr>
            <a:lvl2pPr algn="l">
              <a:defRPr sz="1350" b="1">
                <a:solidFill>
                  <a:srgbClr val="D4DDE8"/>
                </a:solidFill>
              </a:defRPr>
            </a:lvl2pPr>
            <a:lvl3pPr algn="l">
              <a:defRPr sz="1350" b="1">
                <a:solidFill>
                  <a:srgbClr val="D4DDE8"/>
                </a:solidFill>
              </a:defRPr>
            </a:lvl3pPr>
            <a:lvl4pPr algn="l">
              <a:defRPr sz="1350" b="1">
                <a:solidFill>
                  <a:srgbClr val="D4DDE8"/>
                </a:solidFill>
              </a:defRPr>
            </a:lvl4pPr>
            <a:lvl5pPr algn="l">
              <a:defRPr sz="1350" b="1">
                <a:solidFill>
                  <a:srgbClr val="D4DDE8"/>
                </a:solidFill>
              </a:defRPr>
            </a:lvl5pPr>
            <a:lvl6pPr algn="l">
              <a:defRPr sz="1350" b="1">
                <a:solidFill>
                  <a:srgbClr val="D4DDE8"/>
                </a:solidFill>
              </a:defRPr>
            </a:lvl6pPr>
            <a:lvl7pPr algn="l">
              <a:defRPr sz="1350" b="1">
                <a:solidFill>
                  <a:srgbClr val="D4DDE8"/>
                </a:solidFill>
              </a:defRPr>
            </a:lvl7pPr>
            <a:lvl8pPr algn="l">
              <a:defRPr sz="1350" b="1">
                <a:solidFill>
                  <a:srgbClr val="D4DDE8"/>
                </a:solidFill>
              </a:defRPr>
            </a:lvl8pPr>
            <a:lvl9pPr algn="l">
              <a:defRPr sz="1350" b="1">
                <a:solidFill>
                  <a:srgbClr val="D4DDE8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D4DDE8"/>
                </a:solidFill>
              </a:defRPr>
            </a:pPr>
            <a:r>
              <a:rPr sz="1350" b="1">
                <a:solidFill>
                  <a:srgbClr val="D4DDE8"/>
                </a:solidFill>
              </a:rPr>
              <a:t>Tokens, pickup slots, live status and recovery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ACE96F-27D3-4036-A697-39D3C4AB4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2862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FF8A52"/>
                </a:solidFill>
              </a:defRPr>
            </a:defPPr>
            <a:lvl1pPr algn="l">
              <a:defRPr sz="900" b="1">
                <a:solidFill>
                  <a:srgbClr val="FF8A52"/>
                </a:solidFill>
              </a:defRPr>
            </a:lvl1pPr>
            <a:lvl2pPr algn="l">
              <a:defRPr sz="900" b="1">
                <a:solidFill>
                  <a:srgbClr val="FF8A52"/>
                </a:solidFill>
              </a:defRPr>
            </a:lvl2pPr>
            <a:lvl3pPr algn="l">
              <a:defRPr sz="900" b="1">
                <a:solidFill>
                  <a:srgbClr val="FF8A52"/>
                </a:solidFill>
              </a:defRPr>
            </a:lvl3pPr>
            <a:lvl4pPr algn="l">
              <a:defRPr sz="900" b="1">
                <a:solidFill>
                  <a:srgbClr val="FF8A52"/>
                </a:solidFill>
              </a:defRPr>
            </a:lvl4pPr>
            <a:lvl5pPr algn="l">
              <a:defRPr sz="900" b="1">
                <a:solidFill>
                  <a:srgbClr val="FF8A52"/>
                </a:solidFill>
              </a:defRPr>
            </a:lvl5pPr>
            <a:lvl6pPr algn="l">
              <a:defRPr sz="900" b="1">
                <a:solidFill>
                  <a:srgbClr val="FF8A52"/>
                </a:solidFill>
              </a:defRPr>
            </a:lvl6pPr>
            <a:lvl7pPr algn="l">
              <a:defRPr sz="900" b="1">
                <a:solidFill>
                  <a:srgbClr val="FF8A52"/>
                </a:solidFill>
              </a:defRPr>
            </a:lvl7pPr>
            <a:lvl8pPr algn="l">
              <a:defRPr sz="900" b="1">
                <a:solidFill>
                  <a:srgbClr val="FF8A52"/>
                </a:solidFill>
              </a:defRPr>
            </a:lvl8pPr>
            <a:lvl9pPr algn="l">
              <a:defRPr sz="900" b="1">
                <a:solidFill>
                  <a:srgbClr val="FF8A52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FF8A52"/>
                </a:solidFill>
              </a:defRPr>
            </a:pPr>
            <a:r>
              <a:rPr sz="900" b="1">
                <a:solidFill>
                  <a:srgbClr val="FF8A52"/>
                </a:solidFill>
              </a:rPr>
              <a:t>BUSINESS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4E2006-507C-4E5E-99D6-31EC8DD6C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61010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1">
                <a:solidFill>
                  <a:srgbClr val="D4DDE8"/>
                </a:solidFill>
              </a:defRPr>
            </a:defPPr>
            <a:lvl1pPr algn="l">
              <a:defRPr sz="1350" b="1">
                <a:solidFill>
                  <a:srgbClr val="D4DDE8"/>
                </a:solidFill>
              </a:defRPr>
            </a:lvl1pPr>
            <a:lvl2pPr algn="l">
              <a:defRPr sz="1350" b="1">
                <a:solidFill>
                  <a:srgbClr val="D4DDE8"/>
                </a:solidFill>
              </a:defRPr>
            </a:lvl2pPr>
            <a:lvl3pPr algn="l">
              <a:defRPr sz="1350" b="1">
                <a:solidFill>
                  <a:srgbClr val="D4DDE8"/>
                </a:solidFill>
              </a:defRPr>
            </a:lvl3pPr>
            <a:lvl4pPr algn="l">
              <a:defRPr sz="1350" b="1">
                <a:solidFill>
                  <a:srgbClr val="D4DDE8"/>
                </a:solidFill>
              </a:defRPr>
            </a:lvl4pPr>
            <a:lvl5pPr algn="l">
              <a:defRPr sz="1350" b="1">
                <a:solidFill>
                  <a:srgbClr val="D4DDE8"/>
                </a:solidFill>
              </a:defRPr>
            </a:lvl5pPr>
            <a:lvl6pPr algn="l">
              <a:defRPr sz="1350" b="1">
                <a:solidFill>
                  <a:srgbClr val="D4DDE8"/>
                </a:solidFill>
              </a:defRPr>
            </a:lvl6pPr>
            <a:lvl7pPr algn="l">
              <a:defRPr sz="1350" b="1">
                <a:solidFill>
                  <a:srgbClr val="D4DDE8"/>
                </a:solidFill>
              </a:defRPr>
            </a:lvl7pPr>
            <a:lvl8pPr algn="l">
              <a:defRPr sz="1350" b="1">
                <a:solidFill>
                  <a:srgbClr val="D4DDE8"/>
                </a:solidFill>
              </a:defRPr>
            </a:lvl8pPr>
            <a:lvl9pPr algn="l">
              <a:defRPr sz="1350" b="1">
                <a:solidFill>
                  <a:srgbClr val="D4DDE8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D4DDE8"/>
                </a:solidFill>
              </a:defRPr>
            </a:pPr>
            <a:r>
              <a:rPr sz="1350" b="1">
                <a:solidFill>
                  <a:srgbClr val="D4DDE8"/>
                </a:solidFill>
              </a:rPr>
              <a:t>Per-outlet recurring revenue with setup services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840AD7-322D-4E55-9FEC-9835873D2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72150"/>
            <a:ext cx="952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650" b="1">
                <a:solidFill>
                  <a:srgbClr val="FFFFFF"/>
                </a:solidFill>
              </a:defRPr>
            </a:defPPr>
            <a:lvl1pPr algn="l">
              <a:defRPr sz="1650" b="1">
                <a:solidFill>
                  <a:srgbClr val="FFFFFF"/>
                </a:solidFill>
              </a:defRPr>
            </a:lvl1pPr>
            <a:lvl2pPr algn="l">
              <a:defRPr sz="1650" b="1">
                <a:solidFill>
                  <a:srgbClr val="FFFFFF"/>
                </a:solidFill>
              </a:defRPr>
            </a:lvl2pPr>
            <a:lvl3pPr algn="l">
              <a:defRPr sz="1650" b="1">
                <a:solidFill>
                  <a:srgbClr val="FFFFFF"/>
                </a:solidFill>
              </a:defRPr>
            </a:lvl3pPr>
            <a:lvl4pPr algn="l">
              <a:defRPr sz="1650" b="1">
                <a:solidFill>
                  <a:srgbClr val="FFFFFF"/>
                </a:solidFill>
              </a:defRPr>
            </a:lvl4pPr>
            <a:lvl5pPr algn="l">
              <a:defRPr sz="1650" b="1">
                <a:solidFill>
                  <a:srgbClr val="FFFFFF"/>
                </a:solidFill>
              </a:defRPr>
            </a:lvl5pPr>
            <a:lvl6pPr algn="l">
              <a:defRPr sz="1650" b="1">
                <a:solidFill>
                  <a:srgbClr val="FFFFFF"/>
                </a:solidFill>
              </a:defRPr>
            </a:lvl6pPr>
            <a:lvl7pPr algn="l">
              <a:defRPr sz="1650" b="1">
                <a:solidFill>
                  <a:srgbClr val="FFFFFF"/>
                </a:solidFill>
              </a:defRPr>
            </a:lvl7pPr>
            <a:lvl8pPr algn="l">
              <a:defRPr sz="1650" b="1">
                <a:solidFill>
                  <a:srgbClr val="FFFFFF"/>
                </a:solidFill>
              </a:defRPr>
            </a:lvl8pPr>
            <a:lvl9pPr algn="l">
              <a:defRPr sz="16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Mealy connects every participant without making internet reliability the canteen’s problem.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16831A-23D6-48B5-ADF0-466EEBB6A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60769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r">
              <a:defRPr sz="1050" b="1">
                <a:solidFill>
                  <a:srgbClr val="FF8A52"/>
                </a:solidFill>
              </a:defRPr>
            </a:defPPr>
            <a:lvl1pPr algn="r">
              <a:defRPr sz="1050" b="1">
                <a:solidFill>
                  <a:srgbClr val="FF8A52"/>
                </a:solidFill>
              </a:defRPr>
            </a:lvl1pPr>
            <a:lvl2pPr algn="r">
              <a:defRPr sz="1050" b="1">
                <a:solidFill>
                  <a:srgbClr val="FF8A52"/>
                </a:solidFill>
              </a:defRPr>
            </a:lvl2pPr>
            <a:lvl3pPr algn="r">
              <a:defRPr sz="1050" b="1">
                <a:solidFill>
                  <a:srgbClr val="FF8A52"/>
                </a:solidFill>
              </a:defRPr>
            </a:lvl3pPr>
            <a:lvl4pPr algn="r">
              <a:defRPr sz="1050" b="1">
                <a:solidFill>
                  <a:srgbClr val="FF8A52"/>
                </a:solidFill>
              </a:defRPr>
            </a:lvl4pPr>
            <a:lvl5pPr algn="r">
              <a:defRPr sz="1050" b="1">
                <a:solidFill>
                  <a:srgbClr val="FF8A52"/>
                </a:solidFill>
              </a:defRPr>
            </a:lvl5pPr>
            <a:lvl6pPr algn="r">
              <a:defRPr sz="1050" b="1">
                <a:solidFill>
                  <a:srgbClr val="FF8A52"/>
                </a:solidFill>
              </a:defRPr>
            </a:lvl6pPr>
            <a:lvl7pPr algn="r">
              <a:defRPr sz="1050" b="1">
                <a:solidFill>
                  <a:srgbClr val="FF8A52"/>
                </a:solidFill>
              </a:defRPr>
            </a:lvl7pPr>
            <a:lvl8pPr algn="r">
              <a:defRPr sz="1050" b="1">
                <a:solidFill>
                  <a:srgbClr val="FF8A52"/>
                </a:solidFill>
              </a:defRPr>
            </a:lvl8pPr>
            <a:lvl9pPr algn="r">
              <a:defRPr sz="1050" b="1">
                <a:solidFill>
                  <a:srgbClr val="FF8A52"/>
                </a:solidFill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FF8A52"/>
                </a:solidFill>
              </a:defRPr>
            </a:pPr>
            <a:r>
              <a:rPr sz="1050" b="1">
                <a:solidFill>
                  <a:srgbClr val="FF8A52"/>
                </a:solidFill>
              </a:rPr>
              <a:t>MEALY</a:t>
            </a:r>
          </a:p>
        </p:txBody>
      </p:sp>
    </p:spTree>
    <p:extLst>
      <p:ext uri="{BB962C8B-B14F-4D97-AF65-F5344CB8AC3E}">
        <p14:creationId xmlns:p14="http://schemas.microsoft.com/office/powerpoint/2010/main" val="11114787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2026-10-30T09:30:03.8850000Z</dcterms:created>
  <dcterms:modified xsi:type="dcterms:W3CDTF">2026-10-30T09:30:03.8850000Z</dcterms:modified>
</coreProperties>
</file>