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73524020ed432d" /><Relationship Type="http://schemas.openxmlformats.org/officeDocument/2006/relationships/extended-properties" Target="/docProps/app.xml" Id="R41726648c30744ab" /><Relationship Type="http://schemas.openxmlformats.org/officeDocument/2006/relationships/officeDocument" Target="/ppt/presentation.xml" Id="Rc5fc443ac4ff45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926ed442ef413f"/>
  </p:sldMasterIdLst>
  <p:notesMasterIdLst>
    <p:notesMasterId xmlns:r="http://schemas.openxmlformats.org/officeDocument/2006/relationships" r:id="Ra70cb85869d944b9"/>
  </p:notesMasterIdLst>
  <p:sldIdLst>
    <p:sldId xmlns:r="http://schemas.openxmlformats.org/officeDocument/2006/relationships" id="256" r:id="Rf7cd9fad94b147ab"/>
    <p:sldId xmlns:r="http://schemas.openxmlformats.org/officeDocument/2006/relationships" id="257" r:id="R9ce811de38fe4c49"/>
    <p:sldId xmlns:r="http://schemas.openxmlformats.org/officeDocument/2006/relationships" id="258" r:id="R62c4f9f596be409b"/>
    <p:sldId xmlns:r="http://schemas.openxmlformats.org/officeDocument/2006/relationships" id="259" r:id="Rc0f5768c619e48b3"/>
    <p:sldId xmlns:r="http://schemas.openxmlformats.org/officeDocument/2006/relationships" id="260" r:id="R6d1a70b52aa34461"/>
    <p:sldId xmlns:r="http://schemas.openxmlformats.org/officeDocument/2006/relationships" id="261" r:id="R002da1c413754843"/>
    <p:sldId xmlns:r="http://schemas.openxmlformats.org/officeDocument/2006/relationships" id="262" r:id="Rf8076247edf2430b"/>
    <p:sldId xmlns:r="http://schemas.openxmlformats.org/officeDocument/2006/relationships" id="263" r:id="R2b8574e2bc0043c2"/>
    <p:sldId xmlns:r="http://schemas.openxmlformats.org/officeDocument/2006/relationships" id="264" r:id="Rcc247adebfa94383"/>
    <p:sldId xmlns:r="http://schemas.openxmlformats.org/officeDocument/2006/relationships" id="265" r:id="R77e46be617f346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d6142c96b14184" /><Relationship Type="http://schemas.openxmlformats.org/officeDocument/2006/relationships/slideMaster" Target="/ppt/slideMasters/slideMaster1.xml" Id="R50926ed442ef413f" /><Relationship Type="http://schemas.openxmlformats.org/officeDocument/2006/relationships/notesMaster" Target="/ppt/notesMasters/notesMaster1.xml" Id="Ra70cb85869d944b9" /><Relationship Type="http://schemas.openxmlformats.org/officeDocument/2006/relationships/presProps" Target="/ppt/presProps.xml" Id="R5356aafb39384312" /><Relationship Type="http://schemas.openxmlformats.org/officeDocument/2006/relationships/tableStyles" Target="/ppt/tableStyles.xml" Id="R50959e58920c44b1" /><Relationship Type="http://schemas.openxmlformats.org/officeDocument/2006/relationships/slide" Target="/ppt/slides/slide1.xml" Id="Rf7cd9fad94b147ab" /><Relationship Type="http://schemas.openxmlformats.org/officeDocument/2006/relationships/slide" Target="/ppt/slides/slide2.xml" Id="R9ce811de38fe4c49" /><Relationship Type="http://schemas.openxmlformats.org/officeDocument/2006/relationships/slide" Target="/ppt/slides/slide3.xml" Id="R62c4f9f596be409b" /><Relationship Type="http://schemas.openxmlformats.org/officeDocument/2006/relationships/slide" Target="/ppt/slides/slide4.xml" Id="Rc0f5768c619e48b3" /><Relationship Type="http://schemas.openxmlformats.org/officeDocument/2006/relationships/slide" Target="/ppt/slides/slide5.xml" Id="R6d1a70b52aa34461" /><Relationship Type="http://schemas.openxmlformats.org/officeDocument/2006/relationships/slide" Target="/ppt/slides/slide6.xml" Id="R002da1c413754843" /><Relationship Type="http://schemas.openxmlformats.org/officeDocument/2006/relationships/slide" Target="/ppt/slides/slide7.xml" Id="Rf8076247edf2430b" /><Relationship Type="http://schemas.openxmlformats.org/officeDocument/2006/relationships/slide" Target="/ppt/slides/slide8.xml" Id="R2b8574e2bc0043c2" /><Relationship Type="http://schemas.openxmlformats.org/officeDocument/2006/relationships/slide" Target="/ppt/slides/slide9.xml" Id="Rcc247adebfa94383" /><Relationship Type="http://schemas.openxmlformats.org/officeDocument/2006/relationships/slide" Target="/ppt/slides/slide10.xml" Id="R77e46be617f346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b6953da67541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4dde8d6c804496" /><Relationship Type="http://schemas.openxmlformats.org/officeDocument/2006/relationships/notesMaster" Target="/ppt/notesMasters/notesMaster1.xml" Id="Re54ed6173a5a4d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60eb05d6af4f77" /><Relationship Type="http://schemas.openxmlformats.org/officeDocument/2006/relationships/notesMaster" Target="/ppt/notesMasters/notesMaster1.xml" Id="R3150299f1f5740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094067d65e4352" /><Relationship Type="http://schemas.openxmlformats.org/officeDocument/2006/relationships/notesMaster" Target="/ppt/notesMasters/notesMaster1.xml" Id="R329445897d6f4c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85cac06aef4a95" /><Relationship Type="http://schemas.openxmlformats.org/officeDocument/2006/relationships/notesMaster" Target="/ppt/notesMasters/notesMaster1.xml" Id="Rb585701b223e40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bc81b425a24a5d" /><Relationship Type="http://schemas.openxmlformats.org/officeDocument/2006/relationships/notesMaster" Target="/ppt/notesMasters/notesMaster1.xml" Id="Rb4d373bae57c4c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abec27bfec45b8" /><Relationship Type="http://schemas.openxmlformats.org/officeDocument/2006/relationships/notesMaster" Target="/ppt/notesMasters/notesMaster1.xml" Id="R0a1e91b9d42846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eed0e24992436c" /><Relationship Type="http://schemas.openxmlformats.org/officeDocument/2006/relationships/notesMaster" Target="/ppt/notesMasters/notesMaster1.xml" Id="R40e5677348fd4e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17db4c6d204afc" /><Relationship Type="http://schemas.openxmlformats.org/officeDocument/2006/relationships/notesMaster" Target="/ppt/notesMasters/notesMaster1.xml" Id="Rf39e9cabd3b549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4a48976635456e" /><Relationship Type="http://schemas.openxmlformats.org/officeDocument/2006/relationships/notesMaster" Target="/ppt/notesMasters/notesMaster1.xml" Id="Rd77716fecca441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a4c2e8399f43e4" /><Relationship Type="http://schemas.openxmlformats.org/officeDocument/2006/relationships/notesMaster" Target="/ppt/notesMasters/notesMaster1.xml" Id="R1c4d9a60bf624c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93ef2f66f2481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8c1d4614364b6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ef1d2a8f044af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8e214b54254b6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cccc5d7cb3442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2c2093521a4f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FC36C0-2B28-451B-B0E4-3BDC0C92D7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134CB2E-F866-4506-9EC4-DD08D4EB5EB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CF45C92-4DD3-4837-A60E-AC6120A4C2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D0E488-0436-4BC4-93F0-8BA08E3B4E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C367F3A-1F7D-4A58-9E9A-F02B49D893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2439C07-29ED-4186-B6AE-80D1DC13D0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59365E2-6147-4E33-B77C-64C8E7E91E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1BAD2A7-FFC1-46DC-8602-D12EF1A1CD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FC98E9-6091-4355-B26D-C2ED841EB4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E2D5CDC-9E45-4081-A6FB-51109C6E09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280162f29b48b0" /><Relationship Type="http://schemas.openxmlformats.org/officeDocument/2006/relationships/slideLayout" Target="/ppt/slideLayouts/slideLayout1.xml" Id="Re38d1d1cf94f4fec" /><Relationship Type="http://schemas.openxmlformats.org/officeDocument/2006/relationships/slideLayout" Target="/ppt/slideLayouts/slideLayout2.xml" Id="Raf6927267d6a4125" /><Relationship Type="http://schemas.openxmlformats.org/officeDocument/2006/relationships/slideLayout" Target="/ppt/slideLayouts/slideLayout3.xml" Id="Rab8418108f7b415e" /><Relationship Type="http://schemas.openxmlformats.org/officeDocument/2006/relationships/slideLayout" Target="/ppt/slideLayouts/slideLayout4.xml" Id="R68e73c9d11fd42c8" /><Relationship Type="http://schemas.openxmlformats.org/officeDocument/2006/relationships/slideLayout" Target="/ppt/slideLayouts/slideLayout5.xml" Id="R33bc5be57c134250" /><Relationship Type="http://schemas.openxmlformats.org/officeDocument/2006/relationships/slideLayout" Target="/ppt/slideLayouts/slideLayout6.xml" Id="Ra922b88d4d484c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8d1d1cf94f4fec"/>
    <p:sldLayoutId xmlns:r="http://schemas.openxmlformats.org/officeDocument/2006/relationships" id="2147483650" r:id="Raf6927267d6a4125"/>
    <p:sldLayoutId xmlns:r="http://schemas.openxmlformats.org/officeDocument/2006/relationships" id="2147483651" r:id="Rab8418108f7b415e"/>
    <p:sldLayoutId xmlns:r="http://schemas.openxmlformats.org/officeDocument/2006/relationships" id="2147483652" r:id="R68e73c9d11fd42c8"/>
    <p:sldLayoutId xmlns:r="http://schemas.openxmlformats.org/officeDocument/2006/relationships" id="2147483653" r:id="R33bc5be57c134250"/>
    <p:sldLayoutId xmlns:r="http://schemas.openxmlformats.org/officeDocument/2006/relationships" id="2147483654" r:id="Ra922b88d4d484c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f175f954e74802" /><Relationship Type="http://schemas.openxmlformats.org/officeDocument/2006/relationships/image" Target="/ppt/media/image.png" Id="Ra5f3277169474cd2" /><Relationship Type="http://schemas.openxmlformats.org/officeDocument/2006/relationships/notesSlide" Target="/ppt/notesSlides/notesSlide1.xml" Id="R68e0dd9ae91748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df6c08108444fc" /><Relationship Type="http://schemas.openxmlformats.org/officeDocument/2006/relationships/notesSlide" Target="/ppt/notesSlides/notesSlide2.xml" Id="Ra2b588ca8a684c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3b9b3617c54412" /><Relationship Type="http://schemas.openxmlformats.org/officeDocument/2006/relationships/image" Target="/ppt/media/image2.png" Id="R69d37b60d3294610" /><Relationship Type="http://schemas.openxmlformats.org/officeDocument/2006/relationships/image" Target="/ppt/media/image3.png" Id="Raa9ab1f1ed6c4f08" /><Relationship Type="http://schemas.openxmlformats.org/officeDocument/2006/relationships/notesSlide" Target="/ppt/notesSlides/notesSlide3.xml" Id="R618e4c58019942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72837da8f1431a" /><Relationship Type="http://schemas.openxmlformats.org/officeDocument/2006/relationships/notesSlide" Target="/ppt/notesSlides/notesSlide4.xml" Id="R487fc61571f04f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646b18402e4339" /><Relationship Type="http://schemas.openxmlformats.org/officeDocument/2006/relationships/notesSlide" Target="/ppt/notesSlides/notesSlide5.xml" Id="Rec7f7ed0aac443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d59a1854114893" /><Relationship Type="http://schemas.openxmlformats.org/officeDocument/2006/relationships/notesSlide" Target="/ppt/notesSlides/notesSlide6.xml" Id="Rf4e58255ccf841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fbac6b45ce4e49" /><Relationship Type="http://schemas.openxmlformats.org/officeDocument/2006/relationships/notesSlide" Target="/ppt/notesSlides/notesSlide7.xml" Id="R67b7df5c8fa443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8e2f5033744692" /><Relationship Type="http://schemas.openxmlformats.org/officeDocument/2006/relationships/notesSlide" Target="/ppt/notesSlides/notesSlide8.xml" Id="Rad6f67255f5344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9d50dc2dea4389" /><Relationship Type="http://schemas.openxmlformats.org/officeDocument/2006/relationships/notesSlide" Target="/ppt/notesSlides/notesSlide9.xml" Id="R5e9ee2b2501b4c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6b1ed670284f00" /><Relationship Type="http://schemas.openxmlformats.org/officeDocument/2006/relationships/notesSlide" Target="/ppt/notesSlides/notesSlide10.xml" Id="R8c2b76ef350b41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132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6FA587-AB31-4512-ABE6-4F832371C5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f3277169474cd2"/>
          <a:stretch xmlns:a="http://schemas.openxmlformats.org/drawingml/2006/main"/>
        </p:blipFill>
        <p:spPr>
          <a:xfrm xmlns:a="http://schemas.openxmlformats.org/drawingml/2006/main">
            <a:off x="1047750" y="619125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88EB4-CE05-4D57-B182-932EA8B6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FC2AA"/>
                </a:solidFill>
              </a:defRPr>
            </a:defPPr>
            <a:lvl1pPr algn="l">
              <a:defRPr sz="900" b="1">
                <a:solidFill>
                  <a:srgbClr val="FFC2AA"/>
                </a:solidFill>
              </a:defRPr>
            </a:lvl1pPr>
            <a:lvl2pPr algn="l">
              <a:defRPr sz="900" b="1">
                <a:solidFill>
                  <a:srgbClr val="FFC2AA"/>
                </a:solidFill>
              </a:defRPr>
            </a:lvl2pPr>
            <a:lvl3pPr algn="l">
              <a:defRPr sz="900" b="1">
                <a:solidFill>
                  <a:srgbClr val="FFC2AA"/>
                </a:solidFill>
              </a:defRPr>
            </a:lvl3pPr>
            <a:lvl4pPr algn="l">
              <a:defRPr sz="900" b="1">
                <a:solidFill>
                  <a:srgbClr val="FFC2AA"/>
                </a:solidFill>
              </a:defRPr>
            </a:lvl4pPr>
            <a:lvl5pPr algn="l">
              <a:defRPr sz="900" b="1">
                <a:solidFill>
                  <a:srgbClr val="FFC2AA"/>
                </a:solidFill>
              </a:defRPr>
            </a:lvl5pPr>
            <a:lvl6pPr algn="l">
              <a:defRPr sz="900" b="1">
                <a:solidFill>
                  <a:srgbClr val="FFC2AA"/>
                </a:solidFill>
              </a:defRPr>
            </a:lvl6pPr>
            <a:lvl7pPr algn="l">
              <a:defRPr sz="900" b="1">
                <a:solidFill>
                  <a:srgbClr val="FFC2AA"/>
                </a:solidFill>
              </a:defRPr>
            </a:lvl7pPr>
            <a:lvl8pPr algn="l">
              <a:defRPr sz="900" b="1">
                <a:solidFill>
                  <a:srgbClr val="FFC2AA"/>
                </a:solidFill>
              </a:defRPr>
            </a:lvl8pPr>
            <a:lvl9pPr algn="l">
              <a:defRPr sz="900" b="1">
                <a:solidFill>
                  <a:srgbClr val="FFC2AA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FC2AA"/>
                </a:solidFill>
              </a:defRPr>
            </a:pPr>
            <a:r>
              <a:rPr sz="900" b="1">
                <a:solidFill>
                  <a:srgbClr val="FFC2AA"/>
                </a:solidFill>
              </a:rPr>
              <a:t>CAMPUS FOOD OPERATIONS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15BE2C-1D79-483B-ACCB-A80E138D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6858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</a:defRPr>
            </a:defPPr>
            <a:lvl1pPr algn="l">
              <a:defRPr sz="3900" b="1">
                <a:solidFill>
                  <a:srgbClr val="FFFFFF"/>
                </a:solidFill>
              </a:defRPr>
            </a:lvl1pPr>
            <a:lvl2pPr algn="l">
              <a:defRPr sz="3900" b="1">
                <a:solidFill>
                  <a:srgbClr val="FFFFFF"/>
                </a:solidFill>
              </a:defRPr>
            </a:lvl2pPr>
            <a:lvl3pPr algn="l">
              <a:defRPr sz="3900" b="1">
                <a:solidFill>
                  <a:srgbClr val="FFFFFF"/>
                </a:solidFill>
              </a:defRPr>
            </a:lvl3pPr>
            <a:lvl4pPr algn="l">
              <a:defRPr sz="3900" b="1">
                <a:solidFill>
                  <a:srgbClr val="FFFFFF"/>
                </a:solidFill>
              </a:defRPr>
            </a:lvl4pPr>
            <a:lvl5pPr algn="l">
              <a:defRPr sz="3900" b="1">
                <a:solidFill>
                  <a:srgbClr val="FFFFFF"/>
                </a:solidFill>
              </a:defRPr>
            </a:lvl5pPr>
            <a:lvl6pPr algn="l">
              <a:defRPr sz="3900" b="1">
                <a:solidFill>
                  <a:srgbClr val="FFFFFF"/>
                </a:solidFill>
              </a:defRPr>
            </a:lvl6pPr>
            <a:lvl7pPr algn="l">
              <a:defRPr sz="3900" b="1">
                <a:solidFill>
                  <a:srgbClr val="FFFFFF"/>
                </a:solidFill>
              </a:defRPr>
            </a:lvl7pPr>
            <a:lvl8pPr algn="l">
              <a:defRPr sz="3900" b="1">
                <a:solidFill>
                  <a:srgbClr val="FFFFFF"/>
                </a:solidFill>
              </a:defRPr>
            </a:lvl8pPr>
            <a:lvl9pPr algn="l">
              <a:defRPr sz="3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Every campus canteen, connected.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3A6B96-12A3-484D-8FF9-D2F57D82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D6DFEB"/>
                </a:solidFill>
              </a:defRPr>
            </a:defPPr>
            <a:lvl1pPr algn="l">
              <a:defRPr sz="1650" b="0">
                <a:solidFill>
                  <a:srgbClr val="D6DFEB"/>
                </a:solidFill>
              </a:defRPr>
            </a:lvl1pPr>
            <a:lvl2pPr algn="l">
              <a:defRPr sz="1650" b="0">
                <a:solidFill>
                  <a:srgbClr val="D6DFEB"/>
                </a:solidFill>
              </a:defRPr>
            </a:lvl2pPr>
            <a:lvl3pPr algn="l">
              <a:defRPr sz="1650" b="0">
                <a:solidFill>
                  <a:srgbClr val="D6DFEB"/>
                </a:solidFill>
              </a:defRPr>
            </a:lvl3pPr>
            <a:lvl4pPr algn="l">
              <a:defRPr sz="1650" b="0">
                <a:solidFill>
                  <a:srgbClr val="D6DFEB"/>
                </a:solidFill>
              </a:defRPr>
            </a:lvl4pPr>
            <a:lvl5pPr algn="l">
              <a:defRPr sz="1650" b="0">
                <a:solidFill>
                  <a:srgbClr val="D6DFEB"/>
                </a:solidFill>
              </a:defRPr>
            </a:lvl5pPr>
            <a:lvl6pPr algn="l">
              <a:defRPr sz="1650" b="0">
                <a:solidFill>
                  <a:srgbClr val="D6DFEB"/>
                </a:solidFill>
              </a:defRPr>
            </a:lvl6pPr>
            <a:lvl7pPr algn="l">
              <a:defRPr sz="1650" b="0">
                <a:solidFill>
                  <a:srgbClr val="D6DFEB"/>
                </a:solidFill>
              </a:defRPr>
            </a:lvl7pPr>
            <a:lvl8pPr algn="l">
              <a:defRPr sz="1650" b="0">
                <a:solidFill>
                  <a:srgbClr val="D6DFEB"/>
                </a:solidFill>
              </a:defRPr>
            </a:lvl8pPr>
            <a:lvl9pPr algn="l">
              <a:defRPr sz="1650" b="0">
                <a:solidFill>
                  <a:srgbClr val="D6DFEB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D6DFEB"/>
                </a:solidFill>
              </a:defRPr>
            </a:pPr>
            <a:r>
              <a:rPr sz="1650" b="0">
                <a:solidFill>
                  <a:srgbClr val="D6DFEB"/>
                </a:solidFill>
              </a:rPr>
              <a:t>Student ordering, counter POS, kitchen execution, offline continuity and demand forecasting in one deployable system.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44B524-FB2E-4644-8338-466F4898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933450"/>
            <a:ext cx="3619500" cy="4762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2A3C57"/>
          </a:solidFill>
          <a:ln xmlns:a="http://schemas.openxmlformats.org/drawingml/2006/main" w="9525">
            <a:solidFill>
              <a:srgbClr val="40516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6A8851-0754-40D9-89EF-E5FA5328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573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>
                <a:solidFill>
                  <a:srgbClr val="FFC2AA"/>
                </a:solidFill>
              </a:defRPr>
            </a:defPPr>
            <a:lvl1pPr algn="ctr">
              <a:defRPr sz="900" b="1">
                <a:solidFill>
                  <a:srgbClr val="FFC2AA"/>
                </a:solidFill>
              </a:defRPr>
            </a:lvl1pPr>
            <a:lvl2pPr algn="ctr">
              <a:defRPr sz="900" b="1">
                <a:solidFill>
                  <a:srgbClr val="FFC2AA"/>
                </a:solidFill>
              </a:defRPr>
            </a:lvl2pPr>
            <a:lvl3pPr algn="ctr">
              <a:defRPr sz="900" b="1">
                <a:solidFill>
                  <a:srgbClr val="FFC2AA"/>
                </a:solidFill>
              </a:defRPr>
            </a:lvl3pPr>
            <a:lvl4pPr algn="ctr">
              <a:defRPr sz="900" b="1">
                <a:solidFill>
                  <a:srgbClr val="FFC2AA"/>
                </a:solidFill>
              </a:defRPr>
            </a:lvl4pPr>
            <a:lvl5pPr algn="ctr">
              <a:defRPr sz="900" b="1">
                <a:solidFill>
                  <a:srgbClr val="FFC2AA"/>
                </a:solidFill>
              </a:defRPr>
            </a:lvl5pPr>
            <a:lvl6pPr algn="ctr">
              <a:defRPr sz="900" b="1">
                <a:solidFill>
                  <a:srgbClr val="FFC2AA"/>
                </a:solidFill>
              </a:defRPr>
            </a:lvl6pPr>
            <a:lvl7pPr algn="ctr">
              <a:defRPr sz="900" b="1">
                <a:solidFill>
                  <a:srgbClr val="FFC2AA"/>
                </a:solidFill>
              </a:defRPr>
            </a:lvl7pPr>
            <a:lvl8pPr algn="ctr">
              <a:defRPr sz="900" b="1">
                <a:solidFill>
                  <a:srgbClr val="FFC2AA"/>
                </a:solidFill>
              </a:defRPr>
            </a:lvl8pPr>
            <a:lvl9pPr algn="ctr">
              <a:defRPr sz="900" b="1">
                <a:solidFill>
                  <a:srgbClr val="FFC2AA"/>
                </a:solidFill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FFC2AA"/>
                </a:solidFill>
              </a:defRPr>
            </a:pPr>
            <a:r>
              <a:rPr sz="900" b="1">
                <a:solidFill>
                  <a:srgbClr val="FFC2AA"/>
                </a:solidFill>
              </a:rPr>
              <a:t>READY PRODUCT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8C505D-2D45-4F55-9610-09820DB0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4785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FF8A52"/>
                </a:solidFill>
              </a:defRPr>
            </a:defPPr>
            <a:lvl1pPr algn="l">
              <a:defRPr sz="1200" b="1">
                <a:solidFill>
                  <a:srgbClr val="FF8A52"/>
                </a:solidFill>
              </a:defRPr>
            </a:lvl1pPr>
            <a:lvl2pPr algn="l">
              <a:defRPr sz="1200" b="1">
                <a:solidFill>
                  <a:srgbClr val="FF8A52"/>
                </a:solidFill>
              </a:defRPr>
            </a:lvl2pPr>
            <a:lvl3pPr algn="l">
              <a:defRPr sz="1200" b="1">
                <a:solidFill>
                  <a:srgbClr val="FF8A52"/>
                </a:solidFill>
              </a:defRPr>
            </a:lvl3pPr>
            <a:lvl4pPr algn="l">
              <a:defRPr sz="1200" b="1">
                <a:solidFill>
                  <a:srgbClr val="FF8A52"/>
                </a:solidFill>
              </a:defRPr>
            </a:lvl4pPr>
            <a:lvl5pPr algn="l">
              <a:defRPr sz="1200" b="1">
                <a:solidFill>
                  <a:srgbClr val="FF8A52"/>
                </a:solidFill>
              </a:defRPr>
            </a:lvl5pPr>
            <a:lvl6pPr algn="l">
              <a:defRPr sz="1200" b="1">
                <a:solidFill>
                  <a:srgbClr val="FF8A52"/>
                </a:solidFill>
              </a:defRPr>
            </a:lvl6pPr>
            <a:lvl7pPr algn="l">
              <a:defRPr sz="1200" b="1">
                <a:solidFill>
                  <a:srgbClr val="FF8A52"/>
                </a:solidFill>
              </a:defRPr>
            </a:lvl7pPr>
            <a:lvl8pPr algn="l">
              <a:defRPr sz="1200" b="1">
                <a:solidFill>
                  <a:srgbClr val="FF8A52"/>
                </a:solidFill>
              </a:defRPr>
            </a:lvl8pPr>
            <a:lvl9pPr algn="l">
              <a:defRPr sz="1200" b="1">
                <a:solidFill>
                  <a:srgbClr val="FF8A52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F8A52"/>
                </a:solidFill>
              </a:defRPr>
            </a:pPr>
            <a:r>
              <a:rPr sz="1200" b="1">
                <a:solidFill>
                  <a:srgbClr val="FF8A52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E1696F-12F1-4795-9A06-42372DE8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78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</a:defRPr>
            </a:defPPr>
            <a:lvl1pPr algn="l">
              <a:defRPr sz="1500" b="1">
                <a:solidFill>
                  <a:srgbClr val="FFFFFF"/>
                </a:solidFill>
              </a:defRPr>
            </a:lvl1pPr>
            <a:lvl2pPr algn="l">
              <a:defRPr sz="1500" b="1">
                <a:solidFill>
                  <a:srgbClr val="FFFFFF"/>
                </a:solidFill>
              </a:defRPr>
            </a:lvl2pPr>
            <a:lvl3pPr algn="l">
              <a:defRPr sz="1500" b="1">
                <a:solidFill>
                  <a:srgbClr val="FFFFFF"/>
                </a:solidFill>
              </a:defRPr>
            </a:lvl3pPr>
            <a:lvl4pPr algn="l">
              <a:defRPr sz="1500" b="1">
                <a:solidFill>
                  <a:srgbClr val="FFFFFF"/>
                </a:solidFill>
              </a:defRPr>
            </a:lvl4pPr>
            <a:lvl5pPr algn="l">
              <a:defRPr sz="1500" b="1">
                <a:solidFill>
                  <a:srgbClr val="FFFFFF"/>
                </a:solidFill>
              </a:defRPr>
            </a:lvl5pPr>
            <a:lvl6pPr algn="l">
              <a:defRPr sz="1500" b="1">
                <a:solidFill>
                  <a:srgbClr val="FFFFFF"/>
                </a:solidFill>
              </a:defRPr>
            </a:lvl6pPr>
            <a:lvl7pPr algn="l">
              <a:defRPr sz="1500" b="1">
                <a:solidFill>
                  <a:srgbClr val="FFFFFF"/>
                </a:solidFill>
              </a:defRPr>
            </a:lvl7pPr>
            <a:lvl8pPr algn="l">
              <a:defRPr sz="1500" b="1">
                <a:solidFill>
                  <a:srgbClr val="FFFFFF"/>
                </a:solidFill>
              </a:defRPr>
            </a:lvl8pPr>
            <a:lvl9pPr algn="l"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Order anywhere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9ED0A0-93F9-40A6-983B-FFE1951E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6700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FF8A52"/>
                </a:solidFill>
              </a:defRPr>
            </a:defPPr>
            <a:lvl1pPr algn="l">
              <a:defRPr sz="1200" b="1">
                <a:solidFill>
                  <a:srgbClr val="FF8A52"/>
                </a:solidFill>
              </a:defRPr>
            </a:lvl1pPr>
            <a:lvl2pPr algn="l">
              <a:defRPr sz="1200" b="1">
                <a:solidFill>
                  <a:srgbClr val="FF8A52"/>
                </a:solidFill>
              </a:defRPr>
            </a:lvl2pPr>
            <a:lvl3pPr algn="l">
              <a:defRPr sz="1200" b="1">
                <a:solidFill>
                  <a:srgbClr val="FF8A52"/>
                </a:solidFill>
              </a:defRPr>
            </a:lvl3pPr>
            <a:lvl4pPr algn="l">
              <a:defRPr sz="1200" b="1">
                <a:solidFill>
                  <a:srgbClr val="FF8A52"/>
                </a:solidFill>
              </a:defRPr>
            </a:lvl4pPr>
            <a:lvl5pPr algn="l">
              <a:defRPr sz="1200" b="1">
                <a:solidFill>
                  <a:srgbClr val="FF8A52"/>
                </a:solidFill>
              </a:defRPr>
            </a:lvl5pPr>
            <a:lvl6pPr algn="l">
              <a:defRPr sz="1200" b="1">
                <a:solidFill>
                  <a:srgbClr val="FF8A52"/>
                </a:solidFill>
              </a:defRPr>
            </a:lvl6pPr>
            <a:lvl7pPr algn="l">
              <a:defRPr sz="1200" b="1">
                <a:solidFill>
                  <a:srgbClr val="FF8A52"/>
                </a:solidFill>
              </a:defRPr>
            </a:lvl7pPr>
            <a:lvl8pPr algn="l">
              <a:defRPr sz="1200" b="1">
                <a:solidFill>
                  <a:srgbClr val="FF8A52"/>
                </a:solidFill>
              </a:defRPr>
            </a:lvl8pPr>
            <a:lvl9pPr algn="l">
              <a:defRPr sz="1200" b="1">
                <a:solidFill>
                  <a:srgbClr val="FF8A52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F8A52"/>
                </a:solidFill>
              </a:defRPr>
            </a:pPr>
            <a:r>
              <a:rPr sz="1200" b="1">
                <a:solidFill>
                  <a:srgbClr val="FF8A52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56F89-B0D2-4AAA-A8BA-38C8CB33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670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</a:defRPr>
            </a:defPPr>
            <a:lvl1pPr algn="l">
              <a:defRPr sz="1500" b="1">
                <a:solidFill>
                  <a:srgbClr val="FFFFFF"/>
                </a:solidFill>
              </a:defRPr>
            </a:lvl1pPr>
            <a:lvl2pPr algn="l">
              <a:defRPr sz="1500" b="1">
                <a:solidFill>
                  <a:srgbClr val="FFFFFF"/>
                </a:solidFill>
              </a:defRPr>
            </a:lvl2pPr>
            <a:lvl3pPr algn="l">
              <a:defRPr sz="1500" b="1">
                <a:solidFill>
                  <a:srgbClr val="FFFFFF"/>
                </a:solidFill>
              </a:defRPr>
            </a:lvl3pPr>
            <a:lvl4pPr algn="l">
              <a:defRPr sz="1500" b="1">
                <a:solidFill>
                  <a:srgbClr val="FFFFFF"/>
                </a:solidFill>
              </a:defRPr>
            </a:lvl4pPr>
            <a:lvl5pPr algn="l">
              <a:defRPr sz="1500" b="1">
                <a:solidFill>
                  <a:srgbClr val="FFFFFF"/>
                </a:solidFill>
              </a:defRPr>
            </a:lvl5pPr>
            <a:lvl6pPr algn="l">
              <a:defRPr sz="1500" b="1">
                <a:solidFill>
                  <a:srgbClr val="FFFFFF"/>
                </a:solidFill>
              </a:defRPr>
            </a:lvl6pPr>
            <a:lvl7pPr algn="l">
              <a:defRPr sz="1500" b="1">
                <a:solidFill>
                  <a:srgbClr val="FFFFFF"/>
                </a:solidFill>
              </a:defRPr>
            </a:lvl7pPr>
            <a:lvl8pPr algn="l">
              <a:defRPr sz="1500" b="1">
                <a:solidFill>
                  <a:srgbClr val="FFFFFF"/>
                </a:solidFill>
              </a:defRPr>
            </a:lvl8pPr>
            <a:lvl9pPr algn="l"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Operate through outages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C6A984-391F-461B-AF37-32A36DD3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8615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FF8A52"/>
                </a:solidFill>
              </a:defRPr>
            </a:defPPr>
            <a:lvl1pPr algn="l">
              <a:defRPr sz="1200" b="1">
                <a:solidFill>
                  <a:srgbClr val="FF8A52"/>
                </a:solidFill>
              </a:defRPr>
            </a:lvl1pPr>
            <a:lvl2pPr algn="l">
              <a:defRPr sz="1200" b="1">
                <a:solidFill>
                  <a:srgbClr val="FF8A52"/>
                </a:solidFill>
              </a:defRPr>
            </a:lvl2pPr>
            <a:lvl3pPr algn="l">
              <a:defRPr sz="1200" b="1">
                <a:solidFill>
                  <a:srgbClr val="FF8A52"/>
                </a:solidFill>
              </a:defRPr>
            </a:lvl3pPr>
            <a:lvl4pPr algn="l">
              <a:defRPr sz="1200" b="1">
                <a:solidFill>
                  <a:srgbClr val="FF8A52"/>
                </a:solidFill>
              </a:defRPr>
            </a:lvl4pPr>
            <a:lvl5pPr algn="l">
              <a:defRPr sz="1200" b="1">
                <a:solidFill>
                  <a:srgbClr val="FF8A52"/>
                </a:solidFill>
              </a:defRPr>
            </a:lvl5pPr>
            <a:lvl6pPr algn="l">
              <a:defRPr sz="1200" b="1">
                <a:solidFill>
                  <a:srgbClr val="FF8A52"/>
                </a:solidFill>
              </a:defRPr>
            </a:lvl6pPr>
            <a:lvl7pPr algn="l">
              <a:defRPr sz="1200" b="1">
                <a:solidFill>
                  <a:srgbClr val="FF8A52"/>
                </a:solidFill>
              </a:defRPr>
            </a:lvl7pPr>
            <a:lvl8pPr algn="l">
              <a:defRPr sz="1200" b="1">
                <a:solidFill>
                  <a:srgbClr val="FF8A52"/>
                </a:solidFill>
              </a:defRPr>
            </a:lvl8pPr>
            <a:lvl9pPr algn="l">
              <a:defRPr sz="1200" b="1">
                <a:solidFill>
                  <a:srgbClr val="FF8A52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F8A52"/>
                </a:solidFill>
              </a:defRPr>
            </a:pPr>
            <a:r>
              <a:rPr sz="1200" b="1">
                <a:solidFill>
                  <a:srgbClr val="FF8A52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30377D-E3CC-49E1-9CA0-BBF1E81C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861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</a:defRPr>
            </a:defPPr>
            <a:lvl1pPr algn="l">
              <a:defRPr sz="1500" b="1">
                <a:solidFill>
                  <a:srgbClr val="FFFFFF"/>
                </a:solidFill>
              </a:defRPr>
            </a:lvl1pPr>
            <a:lvl2pPr algn="l">
              <a:defRPr sz="1500" b="1">
                <a:solidFill>
                  <a:srgbClr val="FFFFFF"/>
                </a:solidFill>
              </a:defRPr>
            </a:lvl2pPr>
            <a:lvl3pPr algn="l">
              <a:defRPr sz="1500" b="1">
                <a:solidFill>
                  <a:srgbClr val="FFFFFF"/>
                </a:solidFill>
              </a:defRPr>
            </a:lvl3pPr>
            <a:lvl4pPr algn="l">
              <a:defRPr sz="1500" b="1">
                <a:solidFill>
                  <a:srgbClr val="FFFFFF"/>
                </a:solidFill>
              </a:defRPr>
            </a:lvl4pPr>
            <a:lvl5pPr algn="l">
              <a:defRPr sz="1500" b="1">
                <a:solidFill>
                  <a:srgbClr val="FFFFFF"/>
                </a:solidFill>
              </a:defRPr>
            </a:lvl5pPr>
            <a:lvl6pPr algn="l">
              <a:defRPr sz="1500" b="1">
                <a:solidFill>
                  <a:srgbClr val="FFFFFF"/>
                </a:solidFill>
              </a:defRPr>
            </a:lvl6pPr>
            <a:lvl7pPr algn="l">
              <a:defRPr sz="1500" b="1">
                <a:solidFill>
                  <a:srgbClr val="FFFFFF"/>
                </a:solidFill>
              </a:defRPr>
            </a:lvl7pPr>
            <a:lvl8pPr algn="l">
              <a:defRPr sz="1500" b="1">
                <a:solidFill>
                  <a:srgbClr val="FFFFFF"/>
                </a:solidFill>
              </a:defRPr>
            </a:lvl8pPr>
            <a:lvl9pPr algn="l"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Predict tomorrow’s demand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C17320-7A52-42E2-B51D-3DA88289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0530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FF8A52"/>
                </a:solidFill>
              </a:defRPr>
            </a:defPPr>
            <a:lvl1pPr algn="l">
              <a:defRPr sz="1200" b="1">
                <a:solidFill>
                  <a:srgbClr val="FF8A52"/>
                </a:solidFill>
              </a:defRPr>
            </a:lvl1pPr>
            <a:lvl2pPr algn="l">
              <a:defRPr sz="1200" b="1">
                <a:solidFill>
                  <a:srgbClr val="FF8A52"/>
                </a:solidFill>
              </a:defRPr>
            </a:lvl2pPr>
            <a:lvl3pPr algn="l">
              <a:defRPr sz="1200" b="1">
                <a:solidFill>
                  <a:srgbClr val="FF8A52"/>
                </a:solidFill>
              </a:defRPr>
            </a:lvl3pPr>
            <a:lvl4pPr algn="l">
              <a:defRPr sz="1200" b="1">
                <a:solidFill>
                  <a:srgbClr val="FF8A52"/>
                </a:solidFill>
              </a:defRPr>
            </a:lvl4pPr>
            <a:lvl5pPr algn="l">
              <a:defRPr sz="1200" b="1">
                <a:solidFill>
                  <a:srgbClr val="FF8A52"/>
                </a:solidFill>
              </a:defRPr>
            </a:lvl5pPr>
            <a:lvl6pPr algn="l">
              <a:defRPr sz="1200" b="1">
                <a:solidFill>
                  <a:srgbClr val="FF8A52"/>
                </a:solidFill>
              </a:defRPr>
            </a:lvl6pPr>
            <a:lvl7pPr algn="l">
              <a:defRPr sz="1200" b="1">
                <a:solidFill>
                  <a:srgbClr val="FF8A52"/>
                </a:solidFill>
              </a:defRPr>
            </a:lvl7pPr>
            <a:lvl8pPr algn="l">
              <a:defRPr sz="1200" b="1">
                <a:solidFill>
                  <a:srgbClr val="FF8A52"/>
                </a:solidFill>
              </a:defRPr>
            </a:lvl8pPr>
            <a:lvl9pPr algn="l">
              <a:defRPr sz="1200" b="1">
                <a:solidFill>
                  <a:srgbClr val="FF8A52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F8A52"/>
                </a:solidFill>
              </a:defRPr>
            </a:pPr>
            <a:r>
              <a:rPr sz="1200" b="1">
                <a:solidFill>
                  <a:srgbClr val="FF8A52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14F5FE-3898-46DC-AC53-76FD66F9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053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</a:defRPr>
            </a:defPPr>
            <a:lvl1pPr algn="l">
              <a:defRPr sz="1500" b="1">
                <a:solidFill>
                  <a:srgbClr val="FFFFFF"/>
                </a:solidFill>
              </a:defRPr>
            </a:lvl1pPr>
            <a:lvl2pPr algn="l">
              <a:defRPr sz="1500" b="1">
                <a:solidFill>
                  <a:srgbClr val="FFFFFF"/>
                </a:solidFill>
              </a:defRPr>
            </a:lvl2pPr>
            <a:lvl3pPr algn="l">
              <a:defRPr sz="1500" b="1">
                <a:solidFill>
                  <a:srgbClr val="FFFFFF"/>
                </a:solidFill>
              </a:defRPr>
            </a:lvl3pPr>
            <a:lvl4pPr algn="l">
              <a:defRPr sz="1500" b="1">
                <a:solidFill>
                  <a:srgbClr val="FFFFFF"/>
                </a:solidFill>
              </a:defRPr>
            </a:lvl4pPr>
            <a:lvl5pPr algn="l">
              <a:defRPr sz="1500" b="1">
                <a:solidFill>
                  <a:srgbClr val="FFFFFF"/>
                </a:solidFill>
              </a:defRPr>
            </a:lvl5pPr>
            <a:lvl6pPr algn="l">
              <a:defRPr sz="1500" b="1">
                <a:solidFill>
                  <a:srgbClr val="FFFFFF"/>
                </a:solidFill>
              </a:defRPr>
            </a:lvl6pPr>
            <a:lvl7pPr algn="l">
              <a:defRPr sz="1500" b="1">
                <a:solidFill>
                  <a:srgbClr val="FFFFFF"/>
                </a:solidFill>
              </a:defRPr>
            </a:lvl7pPr>
            <a:lvl8pPr algn="l">
              <a:defRPr sz="1500" b="1">
                <a:solidFill>
                  <a:srgbClr val="FFFFFF"/>
                </a:solidFill>
              </a:defRPr>
            </a:lvl8pPr>
            <a:lvl9pPr algn="l"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Manage every outlet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991043-6172-4326-A92B-4A885D7F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AEBBCA"/>
                </a:solidFill>
              </a:defRPr>
            </a:defPPr>
            <a:lvl1pPr algn="l">
              <a:defRPr sz="1050" b="0">
                <a:solidFill>
                  <a:srgbClr val="AEBBCA"/>
                </a:solidFill>
              </a:defRPr>
            </a:lvl1pPr>
            <a:lvl2pPr algn="l">
              <a:defRPr sz="1050" b="0">
                <a:solidFill>
                  <a:srgbClr val="AEBBCA"/>
                </a:solidFill>
              </a:defRPr>
            </a:lvl2pPr>
            <a:lvl3pPr algn="l">
              <a:defRPr sz="1050" b="0">
                <a:solidFill>
                  <a:srgbClr val="AEBBCA"/>
                </a:solidFill>
              </a:defRPr>
            </a:lvl3pPr>
            <a:lvl4pPr algn="l">
              <a:defRPr sz="1050" b="0">
                <a:solidFill>
                  <a:srgbClr val="AEBBCA"/>
                </a:solidFill>
              </a:defRPr>
            </a:lvl4pPr>
            <a:lvl5pPr algn="l">
              <a:defRPr sz="1050" b="0">
                <a:solidFill>
                  <a:srgbClr val="AEBBCA"/>
                </a:solidFill>
              </a:defRPr>
            </a:lvl5pPr>
            <a:lvl6pPr algn="l">
              <a:defRPr sz="1050" b="0">
                <a:solidFill>
                  <a:srgbClr val="AEBBCA"/>
                </a:solidFill>
              </a:defRPr>
            </a:lvl6pPr>
            <a:lvl7pPr algn="l">
              <a:defRPr sz="1050" b="0">
                <a:solidFill>
                  <a:srgbClr val="AEBBCA"/>
                </a:solidFill>
              </a:defRPr>
            </a:lvl7pPr>
            <a:lvl8pPr algn="l">
              <a:defRPr sz="1050" b="0">
                <a:solidFill>
                  <a:srgbClr val="AEBBCA"/>
                </a:solidFill>
              </a:defRPr>
            </a:lvl8pPr>
            <a:lvl9pPr algn="l">
              <a:defRPr sz="1050" b="0">
                <a:solidFill>
                  <a:srgbClr val="AEBBC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EBBCA"/>
                </a:solidFill>
              </a:defRPr>
            </a:pPr>
            <a:r>
              <a:rPr sz="1050" b="0">
                <a:solidFill>
                  <a:srgbClr val="AEBBCA"/>
                </a:solidFill>
              </a:rPr>
              <a:t>Business + Technology Overview</a:t>
            </a:r>
          </a:p>
        </p:txBody>
      </p:sp>
    </p:spTree>
    <p:extLst>
      <p:ext uri="{BB962C8B-B14F-4D97-AF65-F5344CB8AC3E}">
        <p14:creationId xmlns:p14="http://schemas.microsoft.com/office/powerpoint/2010/main" val="8753669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C0AA24-ED72-4B14-A125-3E2A8BE5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82235"/>
                </a:solidFill>
              </a:defRPr>
            </a:defPPr>
            <a:lvl1pPr algn="l">
              <a:defRPr sz="2550" b="1">
                <a:solidFill>
                  <a:srgbClr val="182235"/>
                </a:solidFill>
              </a:defRPr>
            </a:lvl1pPr>
            <a:lvl2pPr algn="l">
              <a:defRPr sz="2550" b="1">
                <a:solidFill>
                  <a:srgbClr val="182235"/>
                </a:solidFill>
              </a:defRPr>
            </a:lvl2pPr>
            <a:lvl3pPr algn="l">
              <a:defRPr sz="2550" b="1">
                <a:solidFill>
                  <a:srgbClr val="182235"/>
                </a:solidFill>
              </a:defRPr>
            </a:lvl3pPr>
            <a:lvl4pPr algn="l">
              <a:defRPr sz="2550" b="1">
                <a:solidFill>
                  <a:srgbClr val="182235"/>
                </a:solidFill>
              </a:defRPr>
            </a:lvl4pPr>
            <a:lvl5pPr algn="l">
              <a:defRPr sz="2550" b="1">
                <a:solidFill>
                  <a:srgbClr val="182235"/>
                </a:solidFill>
              </a:defRPr>
            </a:lvl5pPr>
            <a:lvl6pPr algn="l">
              <a:defRPr sz="2550" b="1">
                <a:solidFill>
                  <a:srgbClr val="182235"/>
                </a:solidFill>
              </a:defRPr>
            </a:lvl6pPr>
            <a:lvl7pPr algn="l">
              <a:defRPr sz="2550" b="1">
                <a:solidFill>
                  <a:srgbClr val="182235"/>
                </a:solidFill>
              </a:defRPr>
            </a:lvl7pPr>
            <a:lvl8pPr algn="l">
              <a:defRPr sz="2550" b="1">
                <a:solidFill>
                  <a:srgbClr val="182235"/>
                </a:solidFill>
              </a:defRPr>
            </a:lvl8pPr>
            <a:lvl9pPr algn="l">
              <a:defRPr sz="25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82235"/>
                </a:solidFill>
              </a:defRPr>
            </a:pPr>
            <a:r>
              <a:rPr sz="2550" b="1">
                <a:solidFill>
                  <a:srgbClr val="182235"/>
                </a:solidFill>
              </a:rPr>
              <a:t>Campus canteens lose time and food every 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0454F0-8791-4D94-B6B0-90AA2B36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4297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D6A7C"/>
                </a:solidFill>
              </a:defRPr>
            </a:defPPr>
            <a:lvl1pPr algn="l">
              <a:defRPr sz="1275" b="0">
                <a:solidFill>
                  <a:srgbClr val="5D6A7C"/>
                </a:solidFill>
              </a:defRPr>
            </a:lvl1pPr>
            <a:lvl2pPr algn="l">
              <a:defRPr sz="1275" b="0">
                <a:solidFill>
                  <a:srgbClr val="5D6A7C"/>
                </a:solidFill>
              </a:defRPr>
            </a:lvl2pPr>
            <a:lvl3pPr algn="l">
              <a:defRPr sz="1275" b="0">
                <a:solidFill>
                  <a:srgbClr val="5D6A7C"/>
                </a:solidFill>
              </a:defRPr>
            </a:lvl3pPr>
            <a:lvl4pPr algn="l">
              <a:defRPr sz="1275" b="0">
                <a:solidFill>
                  <a:srgbClr val="5D6A7C"/>
                </a:solidFill>
              </a:defRPr>
            </a:lvl4pPr>
            <a:lvl5pPr algn="l">
              <a:defRPr sz="1275" b="0">
                <a:solidFill>
                  <a:srgbClr val="5D6A7C"/>
                </a:solidFill>
              </a:defRPr>
            </a:lvl5pPr>
            <a:lvl6pPr algn="l">
              <a:defRPr sz="1275" b="0">
                <a:solidFill>
                  <a:srgbClr val="5D6A7C"/>
                </a:solidFill>
              </a:defRPr>
            </a:lvl6pPr>
            <a:lvl7pPr algn="l">
              <a:defRPr sz="1275" b="0">
                <a:solidFill>
                  <a:srgbClr val="5D6A7C"/>
                </a:solidFill>
              </a:defRPr>
            </a:lvl7pPr>
            <a:lvl8pPr algn="l">
              <a:defRPr sz="1275" b="0">
                <a:solidFill>
                  <a:srgbClr val="5D6A7C"/>
                </a:solidFill>
              </a:defRPr>
            </a:lvl8pPr>
            <a:lvl9pPr algn="l">
              <a:defRPr sz="1275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D6A7C"/>
                </a:solidFill>
              </a:defRPr>
            </a:pPr>
            <a:r>
              <a:rPr sz="1275" b="0">
                <a:solidFill>
                  <a:srgbClr val="5D6A7C"/>
                </a:solidFill>
              </a:rPr>
              <a:t>The rush is predictable, but most operations still run on disconnected tools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B6613D-F382-4F9E-90BB-F22AAC52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762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F2542D"/>
                </a:solidFill>
              </a:defRPr>
            </a:defPPr>
            <a:lvl1pPr algn="r">
              <a:defRPr sz="975" b="1">
                <a:solidFill>
                  <a:srgbClr val="F2542D"/>
                </a:solidFill>
              </a:defRPr>
            </a:lvl1pPr>
            <a:lvl2pPr algn="r">
              <a:defRPr sz="975" b="1">
                <a:solidFill>
                  <a:srgbClr val="F2542D"/>
                </a:solidFill>
              </a:defRPr>
            </a:lvl2pPr>
            <a:lvl3pPr algn="r">
              <a:defRPr sz="975" b="1">
                <a:solidFill>
                  <a:srgbClr val="F2542D"/>
                </a:solidFill>
              </a:defRPr>
            </a:lvl3pPr>
            <a:lvl4pPr algn="r">
              <a:defRPr sz="975" b="1">
                <a:solidFill>
                  <a:srgbClr val="F2542D"/>
                </a:solidFill>
              </a:defRPr>
            </a:lvl4pPr>
            <a:lvl5pPr algn="r">
              <a:defRPr sz="975" b="1">
                <a:solidFill>
                  <a:srgbClr val="F2542D"/>
                </a:solidFill>
              </a:defRPr>
            </a:lvl5pPr>
            <a:lvl6pPr algn="r">
              <a:defRPr sz="975" b="1">
                <a:solidFill>
                  <a:srgbClr val="F2542D"/>
                </a:solidFill>
              </a:defRPr>
            </a:lvl6pPr>
            <a:lvl7pPr algn="r">
              <a:defRPr sz="975" b="1">
                <a:solidFill>
                  <a:srgbClr val="F2542D"/>
                </a:solidFill>
              </a:defRPr>
            </a:lvl7pPr>
            <a:lvl8pPr algn="r">
              <a:defRPr sz="975" b="1">
                <a:solidFill>
                  <a:srgbClr val="F2542D"/>
                </a:solidFill>
              </a:defRPr>
            </a:lvl8pPr>
            <a:lvl9pPr algn="r">
              <a:defRPr sz="975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F2542D"/>
                </a:solidFill>
              </a:defRPr>
            </a:pPr>
            <a:r>
              <a:rPr sz="975" b="1">
                <a:solidFill>
                  <a:srgbClr val="F2542D"/>
                </a:solidFill>
              </a:rPr>
              <a:t>MEALY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1721C1-EF8B-49AC-9C63-17E25A4B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28950" cy="31432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4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39B886-5DA0-4831-BFDB-F102C971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2542D"/>
                </a:solidFill>
              </a:defRPr>
            </a:defPPr>
            <a:lvl1pPr algn="l">
              <a:defRPr sz="900" b="1">
                <a:solidFill>
                  <a:srgbClr val="F2542D"/>
                </a:solidFill>
              </a:defRPr>
            </a:lvl1pPr>
            <a:lvl2pPr algn="l">
              <a:defRPr sz="900" b="1">
                <a:solidFill>
                  <a:srgbClr val="F2542D"/>
                </a:solidFill>
              </a:defRPr>
            </a:lvl2pPr>
            <a:lvl3pPr algn="l">
              <a:defRPr sz="900" b="1">
                <a:solidFill>
                  <a:srgbClr val="F2542D"/>
                </a:solidFill>
              </a:defRPr>
            </a:lvl3pPr>
            <a:lvl4pPr algn="l">
              <a:defRPr sz="900" b="1">
                <a:solidFill>
                  <a:srgbClr val="F2542D"/>
                </a:solidFill>
              </a:defRPr>
            </a:lvl4pPr>
            <a:lvl5pPr algn="l">
              <a:defRPr sz="900" b="1">
                <a:solidFill>
                  <a:srgbClr val="F2542D"/>
                </a:solidFill>
              </a:defRPr>
            </a:lvl5pPr>
            <a:lvl6pPr algn="l">
              <a:defRPr sz="900" b="1">
                <a:solidFill>
                  <a:srgbClr val="F2542D"/>
                </a:solidFill>
              </a:defRPr>
            </a:lvl6pPr>
            <a:lvl7pPr algn="l">
              <a:defRPr sz="900" b="1">
                <a:solidFill>
                  <a:srgbClr val="F2542D"/>
                </a:solidFill>
              </a:defRPr>
            </a:lvl7pPr>
            <a:lvl8pPr algn="l">
              <a:defRPr sz="900" b="1">
                <a:solidFill>
                  <a:srgbClr val="F2542D"/>
                </a:solidFill>
              </a:defRPr>
            </a:lvl8pPr>
            <a:lvl9pPr algn="l">
              <a:defRPr sz="90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2542D"/>
                </a:solidFill>
              </a:defRPr>
            </a:pPr>
            <a:r>
              <a:rPr sz="900" b="1">
                <a:solidFill>
                  <a:srgbClr val="F2542D"/>
                </a:solidFill>
              </a:rPr>
              <a:t>LUNCH RUSH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C39E51-2146-4F85-9568-10EA577D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F2542D"/>
                </a:solidFill>
              </a:defRPr>
            </a:defPPr>
            <a:lvl1pPr algn="l">
              <a:defRPr sz="3150" b="1">
                <a:solidFill>
                  <a:srgbClr val="F2542D"/>
                </a:solidFill>
              </a:defRPr>
            </a:lvl1pPr>
            <a:lvl2pPr algn="l">
              <a:defRPr sz="3150" b="1">
                <a:solidFill>
                  <a:srgbClr val="F2542D"/>
                </a:solidFill>
              </a:defRPr>
            </a:lvl2pPr>
            <a:lvl3pPr algn="l">
              <a:defRPr sz="3150" b="1">
                <a:solidFill>
                  <a:srgbClr val="F2542D"/>
                </a:solidFill>
              </a:defRPr>
            </a:lvl3pPr>
            <a:lvl4pPr algn="l">
              <a:defRPr sz="3150" b="1">
                <a:solidFill>
                  <a:srgbClr val="F2542D"/>
                </a:solidFill>
              </a:defRPr>
            </a:lvl4pPr>
            <a:lvl5pPr algn="l">
              <a:defRPr sz="3150" b="1">
                <a:solidFill>
                  <a:srgbClr val="F2542D"/>
                </a:solidFill>
              </a:defRPr>
            </a:lvl5pPr>
            <a:lvl6pPr algn="l">
              <a:defRPr sz="3150" b="1">
                <a:solidFill>
                  <a:srgbClr val="F2542D"/>
                </a:solidFill>
              </a:defRPr>
            </a:lvl6pPr>
            <a:lvl7pPr algn="l">
              <a:defRPr sz="3150" b="1">
                <a:solidFill>
                  <a:srgbClr val="F2542D"/>
                </a:solidFill>
              </a:defRPr>
            </a:lvl7pPr>
            <a:lvl8pPr algn="l">
              <a:defRPr sz="3150" b="1">
                <a:solidFill>
                  <a:srgbClr val="F2542D"/>
                </a:solidFill>
              </a:defRPr>
            </a:lvl8pPr>
            <a:lvl9pPr algn="l">
              <a:defRPr sz="315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2542D"/>
                </a:solidFill>
              </a:defRPr>
            </a:pPr>
            <a:r>
              <a:rPr sz="3150" b="1">
                <a:solidFill>
                  <a:srgbClr val="F2542D"/>
                </a:solidFill>
              </a:rPr>
              <a:t>15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9B5AFB-3976-4E08-8A56-E8E6A64C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9925"/>
            <a:ext cx="2514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D6A7C"/>
                </a:solidFill>
              </a:defRPr>
            </a:defPPr>
            <a:lvl1pPr algn="l">
              <a:defRPr sz="1275" b="0">
                <a:solidFill>
                  <a:srgbClr val="5D6A7C"/>
                </a:solidFill>
              </a:defRPr>
            </a:lvl1pPr>
            <a:lvl2pPr algn="l">
              <a:defRPr sz="1275" b="0">
                <a:solidFill>
                  <a:srgbClr val="5D6A7C"/>
                </a:solidFill>
              </a:defRPr>
            </a:lvl2pPr>
            <a:lvl3pPr algn="l">
              <a:defRPr sz="1275" b="0">
                <a:solidFill>
                  <a:srgbClr val="5D6A7C"/>
                </a:solidFill>
              </a:defRPr>
            </a:lvl3pPr>
            <a:lvl4pPr algn="l">
              <a:defRPr sz="1275" b="0">
                <a:solidFill>
                  <a:srgbClr val="5D6A7C"/>
                </a:solidFill>
              </a:defRPr>
            </a:lvl4pPr>
            <a:lvl5pPr algn="l">
              <a:defRPr sz="1275" b="0">
                <a:solidFill>
                  <a:srgbClr val="5D6A7C"/>
                </a:solidFill>
              </a:defRPr>
            </a:lvl5pPr>
            <a:lvl6pPr algn="l">
              <a:defRPr sz="1275" b="0">
                <a:solidFill>
                  <a:srgbClr val="5D6A7C"/>
                </a:solidFill>
              </a:defRPr>
            </a:lvl6pPr>
            <a:lvl7pPr algn="l">
              <a:defRPr sz="1275" b="0">
                <a:solidFill>
                  <a:srgbClr val="5D6A7C"/>
                </a:solidFill>
              </a:defRPr>
            </a:lvl7pPr>
            <a:lvl8pPr algn="l">
              <a:defRPr sz="1275" b="0">
                <a:solidFill>
                  <a:srgbClr val="5D6A7C"/>
                </a:solidFill>
              </a:defRPr>
            </a:lvl8pPr>
            <a:lvl9pPr algn="l">
              <a:defRPr sz="1275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D6A7C"/>
                </a:solidFill>
              </a:defRPr>
            </a:pPr>
            <a:r>
              <a:rPr sz="1275" b="0">
                <a:solidFill>
                  <a:srgbClr val="5D6A7C"/>
                </a:solidFill>
              </a:rPr>
              <a:t>Students crowd the counter between lectures. Manual ordering makes the same queue repeat every day.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3E0A5-2967-4637-BA0B-CB812274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33550"/>
            <a:ext cx="3028950" cy="31432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4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D477B6-DC95-459E-9306-6AADB8DB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19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2542D"/>
                </a:solidFill>
              </a:defRPr>
            </a:defPPr>
            <a:lvl1pPr algn="l">
              <a:defRPr sz="900" b="1">
                <a:solidFill>
                  <a:srgbClr val="F2542D"/>
                </a:solidFill>
              </a:defRPr>
            </a:lvl1pPr>
            <a:lvl2pPr algn="l">
              <a:defRPr sz="900" b="1">
                <a:solidFill>
                  <a:srgbClr val="F2542D"/>
                </a:solidFill>
              </a:defRPr>
            </a:lvl2pPr>
            <a:lvl3pPr algn="l">
              <a:defRPr sz="900" b="1">
                <a:solidFill>
                  <a:srgbClr val="F2542D"/>
                </a:solidFill>
              </a:defRPr>
            </a:lvl3pPr>
            <a:lvl4pPr algn="l">
              <a:defRPr sz="900" b="1">
                <a:solidFill>
                  <a:srgbClr val="F2542D"/>
                </a:solidFill>
              </a:defRPr>
            </a:lvl4pPr>
            <a:lvl5pPr algn="l">
              <a:defRPr sz="900" b="1">
                <a:solidFill>
                  <a:srgbClr val="F2542D"/>
                </a:solidFill>
              </a:defRPr>
            </a:lvl5pPr>
            <a:lvl6pPr algn="l">
              <a:defRPr sz="900" b="1">
                <a:solidFill>
                  <a:srgbClr val="F2542D"/>
                </a:solidFill>
              </a:defRPr>
            </a:lvl6pPr>
            <a:lvl7pPr algn="l">
              <a:defRPr sz="900" b="1">
                <a:solidFill>
                  <a:srgbClr val="F2542D"/>
                </a:solidFill>
              </a:defRPr>
            </a:lvl7pPr>
            <a:lvl8pPr algn="l">
              <a:defRPr sz="900" b="1">
                <a:solidFill>
                  <a:srgbClr val="F2542D"/>
                </a:solidFill>
              </a:defRPr>
            </a:lvl8pPr>
            <a:lvl9pPr algn="l">
              <a:defRPr sz="90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2542D"/>
                </a:solidFill>
              </a:defRPr>
            </a:pPr>
            <a:r>
              <a:rPr sz="900" b="1">
                <a:solidFill>
                  <a:srgbClr val="F2542D"/>
                </a:solidFill>
              </a:rPr>
              <a:t>SHARED ORDER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B02214-9472-4155-A523-DC2A7C83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0030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21324B"/>
                </a:solidFill>
              </a:defRPr>
            </a:defPPr>
            <a:lvl1pPr algn="l">
              <a:defRPr sz="3150" b="1">
                <a:solidFill>
                  <a:srgbClr val="21324B"/>
                </a:solidFill>
              </a:defRPr>
            </a:lvl1pPr>
            <a:lvl2pPr algn="l">
              <a:defRPr sz="3150" b="1">
                <a:solidFill>
                  <a:srgbClr val="21324B"/>
                </a:solidFill>
              </a:defRPr>
            </a:lvl2pPr>
            <a:lvl3pPr algn="l">
              <a:defRPr sz="3150" b="1">
                <a:solidFill>
                  <a:srgbClr val="21324B"/>
                </a:solidFill>
              </a:defRPr>
            </a:lvl3pPr>
            <a:lvl4pPr algn="l">
              <a:defRPr sz="3150" b="1">
                <a:solidFill>
                  <a:srgbClr val="21324B"/>
                </a:solidFill>
              </a:defRPr>
            </a:lvl4pPr>
            <a:lvl5pPr algn="l">
              <a:defRPr sz="3150" b="1">
                <a:solidFill>
                  <a:srgbClr val="21324B"/>
                </a:solidFill>
              </a:defRPr>
            </a:lvl5pPr>
            <a:lvl6pPr algn="l">
              <a:defRPr sz="3150" b="1">
                <a:solidFill>
                  <a:srgbClr val="21324B"/>
                </a:solidFill>
              </a:defRPr>
            </a:lvl6pPr>
            <a:lvl7pPr algn="l">
              <a:defRPr sz="3150" b="1">
                <a:solidFill>
                  <a:srgbClr val="21324B"/>
                </a:solidFill>
              </a:defRPr>
            </a:lvl7pPr>
            <a:lvl8pPr algn="l">
              <a:defRPr sz="3150" b="1">
                <a:solidFill>
                  <a:srgbClr val="21324B"/>
                </a:solidFill>
              </a:defRPr>
            </a:lvl8pPr>
            <a:lvl9pPr algn="l">
              <a:defRPr sz="3150" b="1">
                <a:solidFill>
                  <a:srgbClr val="21324B"/>
                </a:solidFill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1324B"/>
                </a:solidFill>
              </a:defRPr>
            </a:pPr>
            <a:r>
              <a:rPr sz="3150" b="1">
                <a:solidFill>
                  <a:srgbClr val="21324B"/>
                </a:solidFill>
              </a:rPr>
              <a:t>Zero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E93F2E-0F3D-4B81-A75F-10BE4D60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09925"/>
            <a:ext cx="2514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D6A7C"/>
                </a:solidFill>
              </a:defRPr>
            </a:defPPr>
            <a:lvl1pPr algn="l">
              <a:defRPr sz="1275" b="0">
                <a:solidFill>
                  <a:srgbClr val="5D6A7C"/>
                </a:solidFill>
              </a:defRPr>
            </a:lvl1pPr>
            <a:lvl2pPr algn="l">
              <a:defRPr sz="1275" b="0">
                <a:solidFill>
                  <a:srgbClr val="5D6A7C"/>
                </a:solidFill>
              </a:defRPr>
            </a:lvl2pPr>
            <a:lvl3pPr algn="l">
              <a:defRPr sz="1275" b="0">
                <a:solidFill>
                  <a:srgbClr val="5D6A7C"/>
                </a:solidFill>
              </a:defRPr>
            </a:lvl3pPr>
            <a:lvl4pPr algn="l">
              <a:defRPr sz="1275" b="0">
                <a:solidFill>
                  <a:srgbClr val="5D6A7C"/>
                </a:solidFill>
              </a:defRPr>
            </a:lvl4pPr>
            <a:lvl5pPr algn="l">
              <a:defRPr sz="1275" b="0">
                <a:solidFill>
                  <a:srgbClr val="5D6A7C"/>
                </a:solidFill>
              </a:defRPr>
            </a:lvl5pPr>
            <a:lvl6pPr algn="l">
              <a:defRPr sz="1275" b="0">
                <a:solidFill>
                  <a:srgbClr val="5D6A7C"/>
                </a:solidFill>
              </a:defRPr>
            </a:lvl6pPr>
            <a:lvl7pPr algn="l">
              <a:defRPr sz="1275" b="0">
                <a:solidFill>
                  <a:srgbClr val="5D6A7C"/>
                </a:solidFill>
              </a:defRPr>
            </a:lvl7pPr>
            <a:lvl8pPr algn="l">
              <a:defRPr sz="1275" b="0">
                <a:solidFill>
                  <a:srgbClr val="5D6A7C"/>
                </a:solidFill>
              </a:defRPr>
            </a:lvl8pPr>
            <a:lvl9pPr algn="l">
              <a:defRPr sz="1275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D6A7C"/>
                </a:solidFill>
              </a:defRPr>
            </a:pPr>
            <a:r>
              <a:rPr sz="1275" b="0">
                <a:solidFill>
                  <a:srgbClr val="5D6A7C"/>
                </a:solidFill>
              </a:rPr>
              <a:t>Student orders, counter bills and kitchen tickets often live in separate systems or paper slips.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8EEA95-4478-468E-AF11-BA1B423C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733550"/>
            <a:ext cx="3028950" cy="31432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4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AEE890-2327-4591-8323-27FEC05C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19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2542D"/>
                </a:solidFill>
              </a:defRPr>
            </a:defPPr>
            <a:lvl1pPr algn="l">
              <a:defRPr sz="900" b="1">
                <a:solidFill>
                  <a:srgbClr val="F2542D"/>
                </a:solidFill>
              </a:defRPr>
            </a:lvl1pPr>
            <a:lvl2pPr algn="l">
              <a:defRPr sz="900" b="1">
                <a:solidFill>
                  <a:srgbClr val="F2542D"/>
                </a:solidFill>
              </a:defRPr>
            </a:lvl2pPr>
            <a:lvl3pPr algn="l">
              <a:defRPr sz="900" b="1">
                <a:solidFill>
                  <a:srgbClr val="F2542D"/>
                </a:solidFill>
              </a:defRPr>
            </a:lvl3pPr>
            <a:lvl4pPr algn="l">
              <a:defRPr sz="900" b="1">
                <a:solidFill>
                  <a:srgbClr val="F2542D"/>
                </a:solidFill>
              </a:defRPr>
            </a:lvl4pPr>
            <a:lvl5pPr algn="l">
              <a:defRPr sz="900" b="1">
                <a:solidFill>
                  <a:srgbClr val="F2542D"/>
                </a:solidFill>
              </a:defRPr>
            </a:lvl5pPr>
            <a:lvl6pPr algn="l">
              <a:defRPr sz="900" b="1">
                <a:solidFill>
                  <a:srgbClr val="F2542D"/>
                </a:solidFill>
              </a:defRPr>
            </a:lvl6pPr>
            <a:lvl7pPr algn="l">
              <a:defRPr sz="900" b="1">
                <a:solidFill>
                  <a:srgbClr val="F2542D"/>
                </a:solidFill>
              </a:defRPr>
            </a:lvl7pPr>
            <a:lvl8pPr algn="l">
              <a:defRPr sz="900" b="1">
                <a:solidFill>
                  <a:srgbClr val="F2542D"/>
                </a:solidFill>
              </a:defRPr>
            </a:lvl8pPr>
            <a:lvl9pPr algn="l">
              <a:defRPr sz="90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2542D"/>
                </a:solidFill>
              </a:defRPr>
            </a:pPr>
            <a:r>
              <a:rPr sz="900" b="1">
                <a:solidFill>
                  <a:srgbClr val="F2542D"/>
                </a:solidFill>
              </a:rPr>
              <a:t>PRODUCTION GUESSWORK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645595-E0A8-44ED-99AA-36EF4316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0030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F2542D"/>
                </a:solidFill>
              </a:defRPr>
            </a:defPPr>
            <a:lvl1pPr algn="l">
              <a:defRPr sz="3150" b="1">
                <a:solidFill>
                  <a:srgbClr val="F2542D"/>
                </a:solidFill>
              </a:defRPr>
            </a:lvl1pPr>
            <a:lvl2pPr algn="l">
              <a:defRPr sz="3150" b="1">
                <a:solidFill>
                  <a:srgbClr val="F2542D"/>
                </a:solidFill>
              </a:defRPr>
            </a:lvl2pPr>
            <a:lvl3pPr algn="l">
              <a:defRPr sz="3150" b="1">
                <a:solidFill>
                  <a:srgbClr val="F2542D"/>
                </a:solidFill>
              </a:defRPr>
            </a:lvl3pPr>
            <a:lvl4pPr algn="l">
              <a:defRPr sz="3150" b="1">
                <a:solidFill>
                  <a:srgbClr val="F2542D"/>
                </a:solidFill>
              </a:defRPr>
            </a:lvl4pPr>
            <a:lvl5pPr algn="l">
              <a:defRPr sz="3150" b="1">
                <a:solidFill>
                  <a:srgbClr val="F2542D"/>
                </a:solidFill>
              </a:defRPr>
            </a:lvl5pPr>
            <a:lvl6pPr algn="l">
              <a:defRPr sz="3150" b="1">
                <a:solidFill>
                  <a:srgbClr val="F2542D"/>
                </a:solidFill>
              </a:defRPr>
            </a:lvl6pPr>
            <a:lvl7pPr algn="l">
              <a:defRPr sz="3150" b="1">
                <a:solidFill>
                  <a:srgbClr val="F2542D"/>
                </a:solidFill>
              </a:defRPr>
            </a:lvl7pPr>
            <a:lvl8pPr algn="l">
              <a:defRPr sz="3150" b="1">
                <a:solidFill>
                  <a:srgbClr val="F2542D"/>
                </a:solidFill>
              </a:defRPr>
            </a:lvl8pPr>
            <a:lvl9pPr algn="l">
              <a:defRPr sz="315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2542D"/>
                </a:solidFill>
              </a:defRPr>
            </a:pPr>
            <a:r>
              <a:rPr sz="3150" b="1">
                <a:solidFill>
                  <a:srgbClr val="F2542D"/>
                </a:solidFill>
              </a:rPr>
              <a:t>Daily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094138-BBCD-4A4D-88E0-3CC2DCFB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09925"/>
            <a:ext cx="2514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D6A7C"/>
                </a:solidFill>
              </a:defRPr>
            </a:defPPr>
            <a:lvl1pPr algn="l">
              <a:defRPr sz="1275" b="0">
                <a:solidFill>
                  <a:srgbClr val="5D6A7C"/>
                </a:solidFill>
              </a:defRPr>
            </a:lvl1pPr>
            <a:lvl2pPr algn="l">
              <a:defRPr sz="1275" b="0">
                <a:solidFill>
                  <a:srgbClr val="5D6A7C"/>
                </a:solidFill>
              </a:defRPr>
            </a:lvl2pPr>
            <a:lvl3pPr algn="l">
              <a:defRPr sz="1275" b="0">
                <a:solidFill>
                  <a:srgbClr val="5D6A7C"/>
                </a:solidFill>
              </a:defRPr>
            </a:lvl3pPr>
            <a:lvl4pPr algn="l">
              <a:defRPr sz="1275" b="0">
                <a:solidFill>
                  <a:srgbClr val="5D6A7C"/>
                </a:solidFill>
              </a:defRPr>
            </a:lvl4pPr>
            <a:lvl5pPr algn="l">
              <a:defRPr sz="1275" b="0">
                <a:solidFill>
                  <a:srgbClr val="5D6A7C"/>
                </a:solidFill>
              </a:defRPr>
            </a:lvl5pPr>
            <a:lvl6pPr algn="l">
              <a:defRPr sz="1275" b="0">
                <a:solidFill>
                  <a:srgbClr val="5D6A7C"/>
                </a:solidFill>
              </a:defRPr>
            </a:lvl6pPr>
            <a:lvl7pPr algn="l">
              <a:defRPr sz="1275" b="0">
                <a:solidFill>
                  <a:srgbClr val="5D6A7C"/>
                </a:solidFill>
              </a:defRPr>
            </a:lvl7pPr>
            <a:lvl8pPr algn="l">
              <a:defRPr sz="1275" b="0">
                <a:solidFill>
                  <a:srgbClr val="5D6A7C"/>
                </a:solidFill>
              </a:defRPr>
            </a:lvl8pPr>
            <a:lvl9pPr algn="l">
              <a:defRPr sz="1275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D6A7C"/>
                </a:solidFill>
              </a:defRPr>
            </a:pPr>
            <a:r>
              <a:rPr sz="1275" b="0">
                <a:solidFill>
                  <a:srgbClr val="5D6A7C"/>
                </a:solidFill>
              </a:rPr>
              <a:t>Popular dishes sell out while other food becomes leftover stock at closing.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67992B-398C-400A-976C-47E010F4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134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82235"/>
                </a:solidFill>
              </a:defRPr>
            </a:defPPr>
            <a:lvl1pPr algn="l">
              <a:defRPr sz="1800" b="1">
                <a:solidFill>
                  <a:srgbClr val="182235"/>
                </a:solidFill>
              </a:defRPr>
            </a:lvl1pPr>
            <a:lvl2pPr algn="l">
              <a:defRPr sz="1800" b="1">
                <a:solidFill>
                  <a:srgbClr val="182235"/>
                </a:solidFill>
              </a:defRPr>
            </a:lvl2pPr>
            <a:lvl3pPr algn="l">
              <a:defRPr sz="1800" b="1">
                <a:solidFill>
                  <a:srgbClr val="182235"/>
                </a:solidFill>
              </a:defRPr>
            </a:lvl3pPr>
            <a:lvl4pPr algn="l">
              <a:defRPr sz="1800" b="1">
                <a:solidFill>
                  <a:srgbClr val="182235"/>
                </a:solidFill>
              </a:defRPr>
            </a:lvl4pPr>
            <a:lvl5pPr algn="l">
              <a:defRPr sz="1800" b="1">
                <a:solidFill>
                  <a:srgbClr val="182235"/>
                </a:solidFill>
              </a:defRPr>
            </a:lvl5pPr>
            <a:lvl6pPr algn="l">
              <a:defRPr sz="1800" b="1">
                <a:solidFill>
                  <a:srgbClr val="182235"/>
                </a:solidFill>
              </a:defRPr>
            </a:lvl6pPr>
            <a:lvl7pPr algn="l">
              <a:defRPr sz="1800" b="1">
                <a:solidFill>
                  <a:srgbClr val="182235"/>
                </a:solidFill>
              </a:defRPr>
            </a:lvl7pPr>
            <a:lvl8pPr algn="l">
              <a:defRPr sz="1800" b="1">
                <a:solidFill>
                  <a:srgbClr val="182235"/>
                </a:solidFill>
              </a:defRPr>
            </a:lvl8pPr>
            <a:lvl9pPr algn="l">
              <a:defRPr sz="180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82235"/>
                </a:solidFill>
              </a:defRPr>
            </a:pPr>
            <a:r>
              <a:rPr sz="1800" b="1">
                <a:solidFill>
                  <a:srgbClr val="182235"/>
                </a:solidFill>
              </a:rPr>
              <a:t>Mealy creates one operational record from order placement to collection, even when the internet fails.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1B6FCD-7668-4DF9-BA0F-D0AB2D99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95A0AF"/>
                </a:solidFill>
              </a:defRPr>
            </a:defPPr>
            <a:lvl1pPr algn="r">
              <a:defRPr sz="825" b="1">
                <a:solidFill>
                  <a:srgbClr val="95A0AF"/>
                </a:solidFill>
              </a:defRPr>
            </a:lvl1pPr>
            <a:lvl2pPr algn="r">
              <a:defRPr sz="825" b="1">
                <a:solidFill>
                  <a:srgbClr val="95A0AF"/>
                </a:solidFill>
              </a:defRPr>
            </a:lvl2pPr>
            <a:lvl3pPr algn="r">
              <a:defRPr sz="825" b="1">
                <a:solidFill>
                  <a:srgbClr val="95A0AF"/>
                </a:solidFill>
              </a:defRPr>
            </a:lvl3pPr>
            <a:lvl4pPr algn="r">
              <a:defRPr sz="825" b="1">
                <a:solidFill>
                  <a:srgbClr val="95A0AF"/>
                </a:solidFill>
              </a:defRPr>
            </a:lvl4pPr>
            <a:lvl5pPr algn="r">
              <a:defRPr sz="825" b="1">
                <a:solidFill>
                  <a:srgbClr val="95A0AF"/>
                </a:solidFill>
              </a:defRPr>
            </a:lvl5pPr>
            <a:lvl6pPr algn="r">
              <a:defRPr sz="825" b="1">
                <a:solidFill>
                  <a:srgbClr val="95A0AF"/>
                </a:solidFill>
              </a:defRPr>
            </a:lvl6pPr>
            <a:lvl7pPr algn="r">
              <a:defRPr sz="825" b="1">
                <a:solidFill>
                  <a:srgbClr val="95A0AF"/>
                </a:solidFill>
              </a:defRPr>
            </a:lvl7pPr>
            <a:lvl8pPr algn="r">
              <a:defRPr sz="825" b="1">
                <a:solidFill>
                  <a:srgbClr val="95A0AF"/>
                </a:solidFill>
              </a:defRPr>
            </a:lvl8pPr>
            <a:lvl9pPr algn="r">
              <a:defRPr sz="825" b="1">
                <a:solidFill>
                  <a:srgbClr val="95A0AF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95A0AF"/>
                </a:solidFill>
              </a:defRPr>
            </a:pPr>
            <a:r>
              <a:rPr sz="825" b="1">
                <a:solidFill>
                  <a:srgbClr val="95A0A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80407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EE7D04-9069-4DBC-999D-4B3D7BCB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82235"/>
                </a:solidFill>
              </a:defRPr>
            </a:defPPr>
            <a:lvl1pPr algn="l">
              <a:defRPr sz="2550" b="1">
                <a:solidFill>
                  <a:srgbClr val="182235"/>
                </a:solidFill>
              </a:defRPr>
            </a:lvl1pPr>
            <a:lvl2pPr algn="l">
              <a:defRPr sz="2550" b="1">
                <a:solidFill>
                  <a:srgbClr val="182235"/>
                </a:solidFill>
              </a:defRPr>
            </a:lvl2pPr>
            <a:lvl3pPr algn="l">
              <a:defRPr sz="2550" b="1">
                <a:solidFill>
                  <a:srgbClr val="182235"/>
                </a:solidFill>
              </a:defRPr>
            </a:lvl3pPr>
            <a:lvl4pPr algn="l">
              <a:defRPr sz="2550" b="1">
                <a:solidFill>
                  <a:srgbClr val="182235"/>
                </a:solidFill>
              </a:defRPr>
            </a:lvl4pPr>
            <a:lvl5pPr algn="l">
              <a:defRPr sz="2550" b="1">
                <a:solidFill>
                  <a:srgbClr val="182235"/>
                </a:solidFill>
              </a:defRPr>
            </a:lvl5pPr>
            <a:lvl6pPr algn="l">
              <a:defRPr sz="2550" b="1">
                <a:solidFill>
                  <a:srgbClr val="182235"/>
                </a:solidFill>
              </a:defRPr>
            </a:lvl6pPr>
            <a:lvl7pPr algn="l">
              <a:defRPr sz="2550" b="1">
                <a:solidFill>
                  <a:srgbClr val="182235"/>
                </a:solidFill>
              </a:defRPr>
            </a:lvl7pPr>
            <a:lvl8pPr algn="l">
              <a:defRPr sz="2550" b="1">
                <a:solidFill>
                  <a:srgbClr val="182235"/>
                </a:solidFill>
              </a:defRPr>
            </a:lvl8pPr>
            <a:lvl9pPr algn="l">
              <a:defRPr sz="25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82235"/>
                </a:solidFill>
              </a:defRPr>
            </a:pPr>
            <a:r>
              <a:rPr sz="2550" b="1">
                <a:solidFill>
                  <a:srgbClr val="182235"/>
                </a:solidFill>
              </a:rPr>
              <a:t>One product across the complete canteen operation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AF0150-D77A-4602-8C20-D608ED74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4297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D6A7C"/>
                </a:solidFill>
              </a:defRPr>
            </a:defPPr>
            <a:lvl1pPr algn="l">
              <a:defRPr sz="1275" b="0">
                <a:solidFill>
                  <a:srgbClr val="5D6A7C"/>
                </a:solidFill>
              </a:defRPr>
            </a:lvl1pPr>
            <a:lvl2pPr algn="l">
              <a:defRPr sz="1275" b="0">
                <a:solidFill>
                  <a:srgbClr val="5D6A7C"/>
                </a:solidFill>
              </a:defRPr>
            </a:lvl2pPr>
            <a:lvl3pPr algn="l">
              <a:defRPr sz="1275" b="0">
                <a:solidFill>
                  <a:srgbClr val="5D6A7C"/>
                </a:solidFill>
              </a:defRPr>
            </a:lvl3pPr>
            <a:lvl4pPr algn="l">
              <a:defRPr sz="1275" b="0">
                <a:solidFill>
                  <a:srgbClr val="5D6A7C"/>
                </a:solidFill>
              </a:defRPr>
            </a:lvl4pPr>
            <a:lvl5pPr algn="l">
              <a:defRPr sz="1275" b="0">
                <a:solidFill>
                  <a:srgbClr val="5D6A7C"/>
                </a:solidFill>
              </a:defRPr>
            </a:lvl5pPr>
            <a:lvl6pPr algn="l">
              <a:defRPr sz="1275" b="0">
                <a:solidFill>
                  <a:srgbClr val="5D6A7C"/>
                </a:solidFill>
              </a:defRPr>
            </a:lvl6pPr>
            <a:lvl7pPr algn="l">
              <a:defRPr sz="1275" b="0">
                <a:solidFill>
                  <a:srgbClr val="5D6A7C"/>
                </a:solidFill>
              </a:defRPr>
            </a:lvl7pPr>
            <a:lvl8pPr algn="l">
              <a:defRPr sz="1275" b="0">
                <a:solidFill>
                  <a:srgbClr val="5D6A7C"/>
                </a:solidFill>
              </a:defRPr>
            </a:lvl8pPr>
            <a:lvl9pPr algn="l">
              <a:defRPr sz="1275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D6A7C"/>
                </a:solidFill>
              </a:defRPr>
            </a:pPr>
            <a:r>
              <a:rPr sz="1275" b="0">
                <a:solidFill>
                  <a:srgbClr val="5D6A7C"/>
                </a:solidFill>
              </a:rPr>
              <a:t>Four dedicated screens share one order, token and kitchen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04137B-93FD-45EC-A793-6513BEFA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762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F2542D"/>
                </a:solidFill>
              </a:defRPr>
            </a:defPPr>
            <a:lvl1pPr algn="r">
              <a:defRPr sz="975" b="1">
                <a:solidFill>
                  <a:srgbClr val="F2542D"/>
                </a:solidFill>
              </a:defRPr>
            </a:lvl1pPr>
            <a:lvl2pPr algn="r">
              <a:defRPr sz="975" b="1">
                <a:solidFill>
                  <a:srgbClr val="F2542D"/>
                </a:solidFill>
              </a:defRPr>
            </a:lvl2pPr>
            <a:lvl3pPr algn="r">
              <a:defRPr sz="975" b="1">
                <a:solidFill>
                  <a:srgbClr val="F2542D"/>
                </a:solidFill>
              </a:defRPr>
            </a:lvl3pPr>
            <a:lvl4pPr algn="r">
              <a:defRPr sz="975" b="1">
                <a:solidFill>
                  <a:srgbClr val="F2542D"/>
                </a:solidFill>
              </a:defRPr>
            </a:lvl4pPr>
            <a:lvl5pPr algn="r">
              <a:defRPr sz="975" b="1">
                <a:solidFill>
                  <a:srgbClr val="F2542D"/>
                </a:solidFill>
              </a:defRPr>
            </a:lvl5pPr>
            <a:lvl6pPr algn="r">
              <a:defRPr sz="975" b="1">
                <a:solidFill>
                  <a:srgbClr val="F2542D"/>
                </a:solidFill>
              </a:defRPr>
            </a:lvl6pPr>
            <a:lvl7pPr algn="r">
              <a:defRPr sz="975" b="1">
                <a:solidFill>
                  <a:srgbClr val="F2542D"/>
                </a:solidFill>
              </a:defRPr>
            </a:lvl7pPr>
            <a:lvl8pPr algn="r">
              <a:defRPr sz="975" b="1">
                <a:solidFill>
                  <a:srgbClr val="F2542D"/>
                </a:solidFill>
              </a:defRPr>
            </a:lvl8pPr>
            <a:lvl9pPr algn="r">
              <a:defRPr sz="975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F2542D"/>
                </a:solidFill>
              </a:defRPr>
            </a:pPr>
            <a:r>
              <a:rPr sz="975" b="1">
                <a:solidFill>
                  <a:srgbClr val="F2542D"/>
                </a:solidFill>
              </a:rPr>
              <a:t>MEALY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5F56D8-0AB5-483D-AE93-05BD50E045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37b60d3294610"/>
          <a:srcRect xmlns:a="http://schemas.openxmlformats.org/drawingml/2006/main" l="0" t="7660" r="0" b="76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24000"/>
            <a:ext cx="2571750" cy="4333875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76E3FE-52D2-467F-BF8D-51F644CE65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9ab1f1ed6c4f08"/>
          <a:srcRect xmlns:a="http://schemas.openxmlformats.org/drawingml/2006/main" l="0" t="1695" r="0" b="16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57575" y="1524000"/>
            <a:ext cx="5143500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5268C0-0EE8-4857-82FE-655925B9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2542D"/>
                </a:solidFill>
              </a:defRPr>
            </a:defPPr>
            <a:lvl1pPr algn="l">
              <a:defRPr sz="900" b="1">
                <a:solidFill>
                  <a:srgbClr val="F2542D"/>
                </a:solidFill>
              </a:defRPr>
            </a:lvl1pPr>
            <a:lvl2pPr algn="l">
              <a:defRPr sz="900" b="1">
                <a:solidFill>
                  <a:srgbClr val="F2542D"/>
                </a:solidFill>
              </a:defRPr>
            </a:lvl2pPr>
            <a:lvl3pPr algn="l">
              <a:defRPr sz="900" b="1">
                <a:solidFill>
                  <a:srgbClr val="F2542D"/>
                </a:solidFill>
              </a:defRPr>
            </a:lvl3pPr>
            <a:lvl4pPr algn="l">
              <a:defRPr sz="900" b="1">
                <a:solidFill>
                  <a:srgbClr val="F2542D"/>
                </a:solidFill>
              </a:defRPr>
            </a:lvl4pPr>
            <a:lvl5pPr algn="l">
              <a:defRPr sz="900" b="1">
                <a:solidFill>
                  <a:srgbClr val="F2542D"/>
                </a:solidFill>
              </a:defRPr>
            </a:lvl5pPr>
            <a:lvl6pPr algn="l">
              <a:defRPr sz="900" b="1">
                <a:solidFill>
                  <a:srgbClr val="F2542D"/>
                </a:solidFill>
              </a:defRPr>
            </a:lvl6pPr>
            <a:lvl7pPr algn="l">
              <a:defRPr sz="900" b="1">
                <a:solidFill>
                  <a:srgbClr val="F2542D"/>
                </a:solidFill>
              </a:defRPr>
            </a:lvl7pPr>
            <a:lvl8pPr algn="l">
              <a:defRPr sz="900" b="1">
                <a:solidFill>
                  <a:srgbClr val="F2542D"/>
                </a:solidFill>
              </a:defRPr>
            </a:lvl8pPr>
            <a:lvl9pPr algn="l">
              <a:defRPr sz="90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2542D"/>
                </a:solidFill>
              </a:defRPr>
            </a:pPr>
            <a:r>
              <a:rPr sz="900" b="1">
                <a:solidFill>
                  <a:srgbClr val="F2542D"/>
                </a:solidFill>
              </a:rPr>
              <a:t>STUDENT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04ED62-189B-45DA-9313-2EB2778C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05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D6A7C"/>
                </a:solidFill>
              </a:defRPr>
            </a:defPPr>
            <a:lvl1pPr algn="l">
              <a:defRPr sz="1050" b="0">
                <a:solidFill>
                  <a:srgbClr val="5D6A7C"/>
                </a:solidFill>
              </a:defRPr>
            </a:lvl1pPr>
            <a:lvl2pPr algn="l">
              <a:defRPr sz="1050" b="0">
                <a:solidFill>
                  <a:srgbClr val="5D6A7C"/>
                </a:solidFill>
              </a:defRPr>
            </a:lvl2pPr>
            <a:lvl3pPr algn="l">
              <a:defRPr sz="1050" b="0">
                <a:solidFill>
                  <a:srgbClr val="5D6A7C"/>
                </a:solidFill>
              </a:defRPr>
            </a:lvl3pPr>
            <a:lvl4pPr algn="l">
              <a:defRPr sz="1050" b="0">
                <a:solidFill>
                  <a:srgbClr val="5D6A7C"/>
                </a:solidFill>
              </a:defRPr>
            </a:lvl4pPr>
            <a:lvl5pPr algn="l">
              <a:defRPr sz="1050" b="0">
                <a:solidFill>
                  <a:srgbClr val="5D6A7C"/>
                </a:solidFill>
              </a:defRPr>
            </a:lvl5pPr>
            <a:lvl6pPr algn="l">
              <a:defRPr sz="1050" b="0">
                <a:solidFill>
                  <a:srgbClr val="5D6A7C"/>
                </a:solidFill>
              </a:defRPr>
            </a:lvl6pPr>
            <a:lvl7pPr algn="l">
              <a:defRPr sz="1050" b="0">
                <a:solidFill>
                  <a:srgbClr val="5D6A7C"/>
                </a:solidFill>
              </a:defRPr>
            </a:lvl7pPr>
            <a:lvl8pPr algn="l">
              <a:defRPr sz="1050" b="0">
                <a:solidFill>
                  <a:srgbClr val="5D6A7C"/>
                </a:solidFill>
              </a:defRPr>
            </a:lvl8pPr>
            <a:lvl9pPr algn="l">
              <a:defRPr sz="1050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D6A7C"/>
                </a:solidFill>
              </a:defRPr>
            </a:pPr>
            <a:r>
              <a:rPr sz="1050" b="0">
                <a:solidFill>
                  <a:srgbClr val="5D6A7C"/>
                </a:solidFill>
              </a:rPr>
              <a:t>Pre-order, pickup slot, live token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207AAA-2D27-4634-AC55-D19E9EC8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5243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2542D"/>
                </a:solidFill>
              </a:defRPr>
            </a:defPPr>
            <a:lvl1pPr algn="l">
              <a:defRPr sz="900" b="1">
                <a:solidFill>
                  <a:srgbClr val="F2542D"/>
                </a:solidFill>
              </a:defRPr>
            </a:lvl1pPr>
            <a:lvl2pPr algn="l">
              <a:defRPr sz="900" b="1">
                <a:solidFill>
                  <a:srgbClr val="F2542D"/>
                </a:solidFill>
              </a:defRPr>
            </a:lvl2pPr>
            <a:lvl3pPr algn="l">
              <a:defRPr sz="900" b="1">
                <a:solidFill>
                  <a:srgbClr val="F2542D"/>
                </a:solidFill>
              </a:defRPr>
            </a:lvl3pPr>
            <a:lvl4pPr algn="l">
              <a:defRPr sz="900" b="1">
                <a:solidFill>
                  <a:srgbClr val="F2542D"/>
                </a:solidFill>
              </a:defRPr>
            </a:lvl4pPr>
            <a:lvl5pPr algn="l">
              <a:defRPr sz="900" b="1">
                <a:solidFill>
                  <a:srgbClr val="F2542D"/>
                </a:solidFill>
              </a:defRPr>
            </a:lvl5pPr>
            <a:lvl6pPr algn="l">
              <a:defRPr sz="900" b="1">
                <a:solidFill>
                  <a:srgbClr val="F2542D"/>
                </a:solidFill>
              </a:defRPr>
            </a:lvl6pPr>
            <a:lvl7pPr algn="l">
              <a:defRPr sz="900" b="1">
                <a:solidFill>
                  <a:srgbClr val="F2542D"/>
                </a:solidFill>
              </a:defRPr>
            </a:lvl7pPr>
            <a:lvl8pPr algn="l">
              <a:defRPr sz="900" b="1">
                <a:solidFill>
                  <a:srgbClr val="F2542D"/>
                </a:solidFill>
              </a:defRPr>
            </a:lvl8pPr>
            <a:lvl9pPr algn="l">
              <a:defRPr sz="90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2542D"/>
                </a:solidFill>
              </a:defRPr>
            </a:pPr>
            <a:r>
              <a:rPr sz="900" b="1">
                <a:solidFill>
                  <a:srgbClr val="F2542D"/>
                </a:solidFill>
              </a:rPr>
              <a:t>COUNTER POS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390535-1BB2-48E4-B7A8-4E02F498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76750"/>
            <a:ext cx="390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D6A7C"/>
                </a:solidFill>
              </a:defRPr>
            </a:defPPr>
            <a:lvl1pPr algn="l">
              <a:defRPr sz="1050" b="0">
                <a:solidFill>
                  <a:srgbClr val="5D6A7C"/>
                </a:solidFill>
              </a:defRPr>
            </a:lvl1pPr>
            <a:lvl2pPr algn="l">
              <a:defRPr sz="1050" b="0">
                <a:solidFill>
                  <a:srgbClr val="5D6A7C"/>
                </a:solidFill>
              </a:defRPr>
            </a:lvl2pPr>
            <a:lvl3pPr algn="l">
              <a:defRPr sz="1050" b="0">
                <a:solidFill>
                  <a:srgbClr val="5D6A7C"/>
                </a:solidFill>
              </a:defRPr>
            </a:lvl3pPr>
            <a:lvl4pPr algn="l">
              <a:defRPr sz="1050" b="0">
                <a:solidFill>
                  <a:srgbClr val="5D6A7C"/>
                </a:solidFill>
              </a:defRPr>
            </a:lvl4pPr>
            <a:lvl5pPr algn="l">
              <a:defRPr sz="1050" b="0">
                <a:solidFill>
                  <a:srgbClr val="5D6A7C"/>
                </a:solidFill>
              </a:defRPr>
            </a:lvl5pPr>
            <a:lvl6pPr algn="l">
              <a:defRPr sz="1050" b="0">
                <a:solidFill>
                  <a:srgbClr val="5D6A7C"/>
                </a:solidFill>
              </a:defRPr>
            </a:lvl6pPr>
            <a:lvl7pPr algn="l">
              <a:defRPr sz="1050" b="0">
                <a:solidFill>
                  <a:srgbClr val="5D6A7C"/>
                </a:solidFill>
              </a:defRPr>
            </a:lvl7pPr>
            <a:lvl8pPr algn="l">
              <a:defRPr sz="1050" b="0">
                <a:solidFill>
                  <a:srgbClr val="5D6A7C"/>
                </a:solidFill>
              </a:defRPr>
            </a:lvl8pPr>
            <a:lvl9pPr algn="l">
              <a:defRPr sz="1050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D6A7C"/>
                </a:solidFill>
              </a:defRPr>
            </a:pPr>
            <a:r>
              <a:rPr sz="1050" b="0">
                <a:solidFill>
                  <a:srgbClr val="5D6A7C"/>
                </a:solidFill>
              </a:rPr>
              <a:t>Walk-ins, online orders, billing and collection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59CBEB-874B-4F67-9AFF-D29B4909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524000"/>
            <a:ext cx="2667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013138-58D4-42EA-ADE9-24B2AE45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621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35678B"/>
                </a:solidFill>
              </a:defRPr>
            </a:defPPr>
            <a:lvl1pPr algn="l">
              <a:defRPr sz="900" b="1">
                <a:solidFill>
                  <a:srgbClr val="35678B"/>
                </a:solidFill>
              </a:defRPr>
            </a:lvl1pPr>
            <a:lvl2pPr algn="l">
              <a:defRPr sz="900" b="1">
                <a:solidFill>
                  <a:srgbClr val="35678B"/>
                </a:solidFill>
              </a:defRPr>
            </a:lvl2pPr>
            <a:lvl3pPr algn="l">
              <a:defRPr sz="900" b="1">
                <a:solidFill>
                  <a:srgbClr val="35678B"/>
                </a:solidFill>
              </a:defRPr>
            </a:lvl3pPr>
            <a:lvl4pPr algn="l">
              <a:defRPr sz="900" b="1">
                <a:solidFill>
                  <a:srgbClr val="35678B"/>
                </a:solidFill>
              </a:defRPr>
            </a:lvl4pPr>
            <a:lvl5pPr algn="l">
              <a:defRPr sz="900" b="1">
                <a:solidFill>
                  <a:srgbClr val="35678B"/>
                </a:solidFill>
              </a:defRPr>
            </a:lvl5pPr>
            <a:lvl6pPr algn="l">
              <a:defRPr sz="900" b="1">
                <a:solidFill>
                  <a:srgbClr val="35678B"/>
                </a:solidFill>
              </a:defRPr>
            </a:lvl6pPr>
            <a:lvl7pPr algn="l">
              <a:defRPr sz="900" b="1">
                <a:solidFill>
                  <a:srgbClr val="35678B"/>
                </a:solidFill>
              </a:defRPr>
            </a:lvl7pPr>
            <a:lvl8pPr algn="l">
              <a:defRPr sz="900" b="1">
                <a:solidFill>
                  <a:srgbClr val="35678B"/>
                </a:solidFill>
              </a:defRPr>
            </a:lvl8pPr>
            <a:lvl9pPr algn="l">
              <a:defRPr sz="900" b="1">
                <a:solidFill>
                  <a:srgbClr val="35678B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35678B"/>
                </a:solidFill>
              </a:defRPr>
            </a:pPr>
            <a:r>
              <a:rPr sz="900" b="1">
                <a:solidFill>
                  <a:srgbClr val="35678B"/>
                </a:solidFill>
              </a:rPr>
              <a:t>KDS / KOT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F63AE1-192E-499B-853F-E1966E11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95500"/>
            <a:ext cx="2133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82235"/>
                </a:solidFill>
              </a:defRPr>
            </a:defPPr>
            <a:lvl1pPr algn="l">
              <a:defRPr sz="1200" b="0">
                <a:solidFill>
                  <a:srgbClr val="182235"/>
                </a:solidFill>
              </a:defRPr>
            </a:lvl1pPr>
            <a:lvl2pPr algn="l">
              <a:defRPr sz="1200" b="0">
                <a:solidFill>
                  <a:srgbClr val="182235"/>
                </a:solidFill>
              </a:defRPr>
            </a:lvl2pPr>
            <a:lvl3pPr algn="l">
              <a:defRPr sz="1200" b="0">
                <a:solidFill>
                  <a:srgbClr val="182235"/>
                </a:solidFill>
              </a:defRPr>
            </a:lvl3pPr>
            <a:lvl4pPr algn="l">
              <a:defRPr sz="1200" b="0">
                <a:solidFill>
                  <a:srgbClr val="182235"/>
                </a:solidFill>
              </a:defRPr>
            </a:lvl4pPr>
            <a:lvl5pPr algn="l">
              <a:defRPr sz="1200" b="0">
                <a:solidFill>
                  <a:srgbClr val="182235"/>
                </a:solidFill>
              </a:defRPr>
            </a:lvl5pPr>
            <a:lvl6pPr algn="l">
              <a:defRPr sz="1200" b="0">
                <a:solidFill>
                  <a:srgbClr val="182235"/>
                </a:solidFill>
              </a:defRPr>
            </a:lvl6pPr>
            <a:lvl7pPr algn="l">
              <a:defRPr sz="1200" b="0">
                <a:solidFill>
                  <a:srgbClr val="182235"/>
                </a:solidFill>
              </a:defRPr>
            </a:lvl7pPr>
            <a:lvl8pPr algn="l">
              <a:defRPr sz="1200" b="0">
                <a:solidFill>
                  <a:srgbClr val="182235"/>
                </a:solidFill>
              </a:defRPr>
            </a:lvl8pPr>
            <a:lvl9pPr algn="l">
              <a:defRPr sz="1200" b="0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82235"/>
                </a:solidFill>
              </a:defRPr>
            </a:pPr>
            <a:r>
              <a:rPr sz="1200" b="0">
                <a:solidFill>
                  <a:srgbClr val="182235"/>
                </a:solidFill>
              </a:rPr>
              <a:t>Kitchen receives every approved order and controls preparation.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A8952C-1CC8-484D-997F-44315AF2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238500"/>
            <a:ext cx="2667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3EC"/>
          </a:solidFill>
          <a:ln xmlns:a="http://schemas.openxmlformats.org/drawingml/2006/main" w="9525">
            <a:solidFill>
              <a:srgbClr val="FFD5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E9FB0E-0EE8-4BAE-9DF5-8D2DB3E6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766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2542D"/>
                </a:solidFill>
              </a:defRPr>
            </a:defPPr>
            <a:lvl1pPr algn="l">
              <a:defRPr sz="900" b="1">
                <a:solidFill>
                  <a:srgbClr val="F2542D"/>
                </a:solidFill>
              </a:defRPr>
            </a:lvl1pPr>
            <a:lvl2pPr algn="l">
              <a:defRPr sz="900" b="1">
                <a:solidFill>
                  <a:srgbClr val="F2542D"/>
                </a:solidFill>
              </a:defRPr>
            </a:lvl2pPr>
            <a:lvl3pPr algn="l">
              <a:defRPr sz="900" b="1">
                <a:solidFill>
                  <a:srgbClr val="F2542D"/>
                </a:solidFill>
              </a:defRPr>
            </a:lvl3pPr>
            <a:lvl4pPr algn="l">
              <a:defRPr sz="900" b="1">
                <a:solidFill>
                  <a:srgbClr val="F2542D"/>
                </a:solidFill>
              </a:defRPr>
            </a:lvl4pPr>
            <a:lvl5pPr algn="l">
              <a:defRPr sz="900" b="1">
                <a:solidFill>
                  <a:srgbClr val="F2542D"/>
                </a:solidFill>
              </a:defRPr>
            </a:lvl5pPr>
            <a:lvl6pPr algn="l">
              <a:defRPr sz="900" b="1">
                <a:solidFill>
                  <a:srgbClr val="F2542D"/>
                </a:solidFill>
              </a:defRPr>
            </a:lvl6pPr>
            <a:lvl7pPr algn="l">
              <a:defRPr sz="900" b="1">
                <a:solidFill>
                  <a:srgbClr val="F2542D"/>
                </a:solidFill>
              </a:defRPr>
            </a:lvl7pPr>
            <a:lvl8pPr algn="l">
              <a:defRPr sz="900" b="1">
                <a:solidFill>
                  <a:srgbClr val="F2542D"/>
                </a:solidFill>
              </a:defRPr>
            </a:lvl8pPr>
            <a:lvl9pPr algn="l">
              <a:defRPr sz="90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2542D"/>
                </a:solidFill>
              </a:defRPr>
            </a:pPr>
            <a:r>
              <a:rPr sz="900" b="1">
                <a:solidFill>
                  <a:srgbClr val="F2542D"/>
                </a:solidFill>
              </a:rPr>
              <a:t>MANAGER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DC6286-BCCE-412E-9312-64F3C405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10000"/>
            <a:ext cx="2133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82235"/>
                </a:solidFill>
              </a:defRPr>
            </a:defPPr>
            <a:lvl1pPr algn="l">
              <a:defRPr sz="1200" b="0">
                <a:solidFill>
                  <a:srgbClr val="182235"/>
                </a:solidFill>
              </a:defRPr>
            </a:lvl1pPr>
            <a:lvl2pPr algn="l">
              <a:defRPr sz="1200" b="0">
                <a:solidFill>
                  <a:srgbClr val="182235"/>
                </a:solidFill>
              </a:defRPr>
            </a:lvl2pPr>
            <a:lvl3pPr algn="l">
              <a:defRPr sz="1200" b="0">
                <a:solidFill>
                  <a:srgbClr val="182235"/>
                </a:solidFill>
              </a:defRPr>
            </a:lvl3pPr>
            <a:lvl4pPr algn="l">
              <a:defRPr sz="1200" b="0">
                <a:solidFill>
                  <a:srgbClr val="182235"/>
                </a:solidFill>
              </a:defRPr>
            </a:lvl4pPr>
            <a:lvl5pPr algn="l">
              <a:defRPr sz="1200" b="0">
                <a:solidFill>
                  <a:srgbClr val="182235"/>
                </a:solidFill>
              </a:defRPr>
            </a:lvl5pPr>
            <a:lvl6pPr algn="l">
              <a:defRPr sz="1200" b="0">
                <a:solidFill>
                  <a:srgbClr val="182235"/>
                </a:solidFill>
              </a:defRPr>
            </a:lvl6pPr>
            <a:lvl7pPr algn="l">
              <a:defRPr sz="1200" b="0">
                <a:solidFill>
                  <a:srgbClr val="182235"/>
                </a:solidFill>
              </a:defRPr>
            </a:lvl7pPr>
            <a:lvl8pPr algn="l">
              <a:defRPr sz="1200" b="0">
                <a:solidFill>
                  <a:srgbClr val="182235"/>
                </a:solidFill>
              </a:defRPr>
            </a:lvl8pPr>
            <a:lvl9pPr algn="l">
              <a:defRPr sz="1200" b="0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82235"/>
                </a:solidFill>
              </a:defRPr>
            </a:pPr>
            <a:r>
              <a:rPr sz="1200" b="0">
                <a:solidFill>
                  <a:srgbClr val="182235"/>
                </a:solidFill>
              </a:rPr>
              <a:t>Rush board, leftovers, surplus offers and tomorrow’s forecast.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9D25CA-8888-4998-B7EA-C31C4F42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95A0AF"/>
                </a:solidFill>
              </a:defRPr>
            </a:defPPr>
            <a:lvl1pPr algn="r">
              <a:defRPr sz="825" b="1">
                <a:solidFill>
                  <a:srgbClr val="95A0AF"/>
                </a:solidFill>
              </a:defRPr>
            </a:lvl1pPr>
            <a:lvl2pPr algn="r">
              <a:defRPr sz="825" b="1">
                <a:solidFill>
                  <a:srgbClr val="95A0AF"/>
                </a:solidFill>
              </a:defRPr>
            </a:lvl2pPr>
            <a:lvl3pPr algn="r">
              <a:defRPr sz="825" b="1">
                <a:solidFill>
                  <a:srgbClr val="95A0AF"/>
                </a:solidFill>
              </a:defRPr>
            </a:lvl3pPr>
            <a:lvl4pPr algn="r">
              <a:defRPr sz="825" b="1">
                <a:solidFill>
                  <a:srgbClr val="95A0AF"/>
                </a:solidFill>
              </a:defRPr>
            </a:lvl4pPr>
            <a:lvl5pPr algn="r">
              <a:defRPr sz="825" b="1">
                <a:solidFill>
                  <a:srgbClr val="95A0AF"/>
                </a:solidFill>
              </a:defRPr>
            </a:lvl5pPr>
            <a:lvl6pPr algn="r">
              <a:defRPr sz="825" b="1">
                <a:solidFill>
                  <a:srgbClr val="95A0AF"/>
                </a:solidFill>
              </a:defRPr>
            </a:lvl6pPr>
            <a:lvl7pPr algn="r">
              <a:defRPr sz="825" b="1">
                <a:solidFill>
                  <a:srgbClr val="95A0AF"/>
                </a:solidFill>
              </a:defRPr>
            </a:lvl7pPr>
            <a:lvl8pPr algn="r">
              <a:defRPr sz="825" b="1">
                <a:solidFill>
                  <a:srgbClr val="95A0AF"/>
                </a:solidFill>
              </a:defRPr>
            </a:lvl8pPr>
            <a:lvl9pPr algn="r">
              <a:defRPr sz="825" b="1">
                <a:solidFill>
                  <a:srgbClr val="95A0AF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95A0AF"/>
                </a:solidFill>
              </a:defRPr>
            </a:pPr>
            <a:r>
              <a:rPr sz="825" b="1">
                <a:solidFill>
                  <a:srgbClr val="95A0A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253619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E32650-11F3-443A-B7BC-7C8F5E60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82235"/>
                </a:solidFill>
              </a:defRPr>
            </a:defPPr>
            <a:lvl1pPr algn="l">
              <a:defRPr sz="2550" b="1">
                <a:solidFill>
                  <a:srgbClr val="182235"/>
                </a:solidFill>
              </a:defRPr>
            </a:lvl1pPr>
            <a:lvl2pPr algn="l">
              <a:defRPr sz="2550" b="1">
                <a:solidFill>
                  <a:srgbClr val="182235"/>
                </a:solidFill>
              </a:defRPr>
            </a:lvl2pPr>
            <a:lvl3pPr algn="l">
              <a:defRPr sz="2550" b="1">
                <a:solidFill>
                  <a:srgbClr val="182235"/>
                </a:solidFill>
              </a:defRPr>
            </a:lvl3pPr>
            <a:lvl4pPr algn="l">
              <a:defRPr sz="2550" b="1">
                <a:solidFill>
                  <a:srgbClr val="182235"/>
                </a:solidFill>
              </a:defRPr>
            </a:lvl4pPr>
            <a:lvl5pPr algn="l">
              <a:defRPr sz="2550" b="1">
                <a:solidFill>
                  <a:srgbClr val="182235"/>
                </a:solidFill>
              </a:defRPr>
            </a:lvl5pPr>
            <a:lvl6pPr algn="l">
              <a:defRPr sz="2550" b="1">
                <a:solidFill>
                  <a:srgbClr val="182235"/>
                </a:solidFill>
              </a:defRPr>
            </a:lvl6pPr>
            <a:lvl7pPr algn="l">
              <a:defRPr sz="2550" b="1">
                <a:solidFill>
                  <a:srgbClr val="182235"/>
                </a:solidFill>
              </a:defRPr>
            </a:lvl7pPr>
            <a:lvl8pPr algn="l">
              <a:defRPr sz="2550" b="1">
                <a:solidFill>
                  <a:srgbClr val="182235"/>
                </a:solidFill>
              </a:defRPr>
            </a:lvl8pPr>
            <a:lvl9pPr algn="l">
              <a:defRPr sz="25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82235"/>
                </a:solidFill>
              </a:defRPr>
            </a:pPr>
            <a:r>
              <a:rPr sz="2550" b="1">
                <a:solidFill>
                  <a:srgbClr val="182235"/>
                </a:solidFill>
              </a:rPr>
              <a:t>A single order state from phone to pickup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E1ECB-D236-4281-A078-7EC5E582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4297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D6A7C"/>
                </a:solidFill>
              </a:defRPr>
            </a:defPPr>
            <a:lvl1pPr algn="l">
              <a:defRPr sz="1275" b="0">
                <a:solidFill>
                  <a:srgbClr val="5D6A7C"/>
                </a:solidFill>
              </a:defRPr>
            </a:lvl1pPr>
            <a:lvl2pPr algn="l">
              <a:defRPr sz="1275" b="0">
                <a:solidFill>
                  <a:srgbClr val="5D6A7C"/>
                </a:solidFill>
              </a:defRPr>
            </a:lvl2pPr>
            <a:lvl3pPr algn="l">
              <a:defRPr sz="1275" b="0">
                <a:solidFill>
                  <a:srgbClr val="5D6A7C"/>
                </a:solidFill>
              </a:defRPr>
            </a:lvl3pPr>
            <a:lvl4pPr algn="l">
              <a:defRPr sz="1275" b="0">
                <a:solidFill>
                  <a:srgbClr val="5D6A7C"/>
                </a:solidFill>
              </a:defRPr>
            </a:lvl4pPr>
            <a:lvl5pPr algn="l">
              <a:defRPr sz="1275" b="0">
                <a:solidFill>
                  <a:srgbClr val="5D6A7C"/>
                </a:solidFill>
              </a:defRPr>
            </a:lvl5pPr>
            <a:lvl6pPr algn="l">
              <a:defRPr sz="1275" b="0">
                <a:solidFill>
                  <a:srgbClr val="5D6A7C"/>
                </a:solidFill>
              </a:defRPr>
            </a:lvl6pPr>
            <a:lvl7pPr algn="l">
              <a:defRPr sz="1275" b="0">
                <a:solidFill>
                  <a:srgbClr val="5D6A7C"/>
                </a:solidFill>
              </a:defRPr>
            </a:lvl7pPr>
            <a:lvl8pPr algn="l">
              <a:defRPr sz="1275" b="0">
                <a:solidFill>
                  <a:srgbClr val="5D6A7C"/>
                </a:solidFill>
              </a:defRPr>
            </a:lvl8pPr>
            <a:lvl9pPr algn="l">
              <a:defRPr sz="1275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D6A7C"/>
                </a:solidFill>
              </a:defRPr>
            </a:pPr>
            <a:r>
              <a:rPr sz="1275" b="0">
                <a:solidFill>
                  <a:srgbClr val="5D6A7C"/>
                </a:solidFill>
              </a:rPr>
              <a:t>Every screen reads the same order, while ownership stays clear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5965D2-B89C-4AE5-9E9C-568ADD87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762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F2542D"/>
                </a:solidFill>
              </a:defRPr>
            </a:defPPr>
            <a:lvl1pPr algn="r">
              <a:defRPr sz="975" b="1">
                <a:solidFill>
                  <a:srgbClr val="F2542D"/>
                </a:solidFill>
              </a:defRPr>
            </a:lvl1pPr>
            <a:lvl2pPr algn="r">
              <a:defRPr sz="975" b="1">
                <a:solidFill>
                  <a:srgbClr val="F2542D"/>
                </a:solidFill>
              </a:defRPr>
            </a:lvl2pPr>
            <a:lvl3pPr algn="r">
              <a:defRPr sz="975" b="1">
                <a:solidFill>
                  <a:srgbClr val="F2542D"/>
                </a:solidFill>
              </a:defRPr>
            </a:lvl3pPr>
            <a:lvl4pPr algn="r">
              <a:defRPr sz="975" b="1">
                <a:solidFill>
                  <a:srgbClr val="F2542D"/>
                </a:solidFill>
              </a:defRPr>
            </a:lvl4pPr>
            <a:lvl5pPr algn="r">
              <a:defRPr sz="975" b="1">
                <a:solidFill>
                  <a:srgbClr val="F2542D"/>
                </a:solidFill>
              </a:defRPr>
            </a:lvl5pPr>
            <a:lvl6pPr algn="r">
              <a:defRPr sz="975" b="1">
                <a:solidFill>
                  <a:srgbClr val="F2542D"/>
                </a:solidFill>
              </a:defRPr>
            </a:lvl6pPr>
            <a:lvl7pPr algn="r">
              <a:defRPr sz="975" b="1">
                <a:solidFill>
                  <a:srgbClr val="F2542D"/>
                </a:solidFill>
              </a:defRPr>
            </a:lvl7pPr>
            <a:lvl8pPr algn="r">
              <a:defRPr sz="975" b="1">
                <a:solidFill>
                  <a:srgbClr val="F2542D"/>
                </a:solidFill>
              </a:defRPr>
            </a:lvl8pPr>
            <a:lvl9pPr algn="r">
              <a:defRPr sz="975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F2542D"/>
                </a:solidFill>
              </a:defRPr>
            </a:pPr>
            <a:r>
              <a:rPr sz="975" b="1">
                <a:solidFill>
                  <a:srgbClr val="F2542D"/>
                </a:solidFill>
              </a:rPr>
              <a:t>MEALY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A59F98-27FA-476A-9509-0C7C3911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4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1FB1EC-EF69-463C-849F-1D4A6B1B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82235"/>
                </a:solidFill>
              </a:defRPr>
            </a:defPPr>
            <a:lvl1pPr algn="l">
              <a:defRPr sz="1350" b="1">
                <a:solidFill>
                  <a:srgbClr val="182235"/>
                </a:solidFill>
              </a:defRPr>
            </a:lvl1pPr>
            <a:lvl2pPr algn="l">
              <a:defRPr sz="1350" b="1">
                <a:solidFill>
                  <a:srgbClr val="182235"/>
                </a:solidFill>
              </a:defRPr>
            </a:lvl2pPr>
            <a:lvl3pPr algn="l">
              <a:defRPr sz="1350" b="1">
                <a:solidFill>
                  <a:srgbClr val="182235"/>
                </a:solidFill>
              </a:defRPr>
            </a:lvl3pPr>
            <a:lvl4pPr algn="l">
              <a:defRPr sz="1350" b="1">
                <a:solidFill>
                  <a:srgbClr val="182235"/>
                </a:solidFill>
              </a:defRPr>
            </a:lvl4pPr>
            <a:lvl5pPr algn="l">
              <a:defRPr sz="1350" b="1">
                <a:solidFill>
                  <a:srgbClr val="182235"/>
                </a:solidFill>
              </a:defRPr>
            </a:lvl5pPr>
            <a:lvl6pPr algn="l">
              <a:defRPr sz="1350" b="1">
                <a:solidFill>
                  <a:srgbClr val="182235"/>
                </a:solidFill>
              </a:defRPr>
            </a:lvl6pPr>
            <a:lvl7pPr algn="l">
              <a:defRPr sz="1350" b="1">
                <a:solidFill>
                  <a:srgbClr val="182235"/>
                </a:solidFill>
              </a:defRPr>
            </a:lvl7pPr>
            <a:lvl8pPr algn="l">
              <a:defRPr sz="1350" b="1">
                <a:solidFill>
                  <a:srgbClr val="182235"/>
                </a:solidFill>
              </a:defRPr>
            </a:lvl8pPr>
            <a:lvl9pPr algn="l">
              <a:defRPr sz="13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82235"/>
                </a:solidFill>
              </a:defRPr>
            </a:pPr>
            <a:r>
              <a:rPr sz="1350" b="1">
                <a:solidFill>
                  <a:srgbClr val="182235"/>
                </a:solidFill>
              </a:rPr>
              <a:t>Student or cashier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C570AF-B58F-4D71-AF63-1D8FA896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D6A7C"/>
                </a:solidFill>
              </a:defRPr>
            </a:defPPr>
            <a:lvl1pPr algn="l">
              <a:defRPr sz="1125" b="0">
                <a:solidFill>
                  <a:srgbClr val="5D6A7C"/>
                </a:solidFill>
              </a:defRPr>
            </a:lvl1pPr>
            <a:lvl2pPr algn="l">
              <a:defRPr sz="1125" b="0">
                <a:solidFill>
                  <a:srgbClr val="5D6A7C"/>
                </a:solidFill>
              </a:defRPr>
            </a:lvl2pPr>
            <a:lvl3pPr algn="l">
              <a:defRPr sz="1125" b="0">
                <a:solidFill>
                  <a:srgbClr val="5D6A7C"/>
                </a:solidFill>
              </a:defRPr>
            </a:lvl3pPr>
            <a:lvl4pPr algn="l">
              <a:defRPr sz="1125" b="0">
                <a:solidFill>
                  <a:srgbClr val="5D6A7C"/>
                </a:solidFill>
              </a:defRPr>
            </a:lvl4pPr>
            <a:lvl5pPr algn="l">
              <a:defRPr sz="1125" b="0">
                <a:solidFill>
                  <a:srgbClr val="5D6A7C"/>
                </a:solidFill>
              </a:defRPr>
            </a:lvl5pPr>
            <a:lvl6pPr algn="l">
              <a:defRPr sz="1125" b="0">
                <a:solidFill>
                  <a:srgbClr val="5D6A7C"/>
                </a:solidFill>
              </a:defRPr>
            </a:lvl6pPr>
            <a:lvl7pPr algn="l">
              <a:defRPr sz="1125" b="0">
                <a:solidFill>
                  <a:srgbClr val="5D6A7C"/>
                </a:solidFill>
              </a:defRPr>
            </a:lvl7pPr>
            <a:lvl8pPr algn="l">
              <a:defRPr sz="1125" b="0">
                <a:solidFill>
                  <a:srgbClr val="5D6A7C"/>
                </a:solidFill>
              </a:defRPr>
            </a:lvl8pPr>
            <a:lvl9pPr algn="l">
              <a:defRPr sz="1125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D6A7C"/>
                </a:solidFill>
              </a:defRPr>
            </a:pPr>
            <a:r>
              <a:rPr sz="1125" b="0">
                <a:solidFill>
                  <a:srgbClr val="5D6A7C"/>
                </a:solidFill>
              </a:rPr>
              <a:t>Creates the order and chooses a pickup slot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99954A-3F1D-4427-9618-EFDC6D19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71675"/>
            <a:ext cx="1695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9A4"/>
          </a:solidFill>
          <a:ln xmlns:a="http://schemas.openxmlformats.org/drawingml/2006/main" w="0">
            <a:solidFill>
              <a:srgbClr val="F6B9A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DE998-13C7-4F69-90B8-662070CF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7907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4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9436C-C990-4792-A7BF-64A09B99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622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82235"/>
                </a:solidFill>
              </a:defRPr>
            </a:defPPr>
            <a:lvl1pPr algn="l">
              <a:defRPr sz="1350" b="1">
                <a:solidFill>
                  <a:srgbClr val="182235"/>
                </a:solidFill>
              </a:defRPr>
            </a:lvl1pPr>
            <a:lvl2pPr algn="l">
              <a:defRPr sz="1350" b="1">
                <a:solidFill>
                  <a:srgbClr val="182235"/>
                </a:solidFill>
              </a:defRPr>
            </a:lvl2pPr>
            <a:lvl3pPr algn="l">
              <a:defRPr sz="1350" b="1">
                <a:solidFill>
                  <a:srgbClr val="182235"/>
                </a:solidFill>
              </a:defRPr>
            </a:lvl3pPr>
            <a:lvl4pPr algn="l">
              <a:defRPr sz="1350" b="1">
                <a:solidFill>
                  <a:srgbClr val="182235"/>
                </a:solidFill>
              </a:defRPr>
            </a:lvl4pPr>
            <a:lvl5pPr algn="l">
              <a:defRPr sz="1350" b="1">
                <a:solidFill>
                  <a:srgbClr val="182235"/>
                </a:solidFill>
              </a:defRPr>
            </a:lvl5pPr>
            <a:lvl6pPr algn="l">
              <a:defRPr sz="1350" b="1">
                <a:solidFill>
                  <a:srgbClr val="182235"/>
                </a:solidFill>
              </a:defRPr>
            </a:lvl6pPr>
            <a:lvl7pPr algn="l">
              <a:defRPr sz="1350" b="1">
                <a:solidFill>
                  <a:srgbClr val="182235"/>
                </a:solidFill>
              </a:defRPr>
            </a:lvl7pPr>
            <a:lvl8pPr algn="l">
              <a:defRPr sz="1350" b="1">
                <a:solidFill>
                  <a:srgbClr val="182235"/>
                </a:solidFill>
              </a:defRPr>
            </a:lvl8pPr>
            <a:lvl9pPr algn="l">
              <a:defRPr sz="13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82235"/>
                </a:solidFill>
              </a:defRPr>
            </a:pPr>
            <a:r>
              <a:rPr sz="1350" b="1">
                <a:solidFill>
                  <a:srgbClr val="182235"/>
                </a:solidFill>
              </a:rPr>
              <a:t>POS and gateway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4E687-7508-4205-ADDF-D985D40B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7655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D6A7C"/>
                </a:solidFill>
              </a:defRPr>
            </a:defPPr>
            <a:lvl1pPr algn="l">
              <a:defRPr sz="1125" b="0">
                <a:solidFill>
                  <a:srgbClr val="5D6A7C"/>
                </a:solidFill>
              </a:defRPr>
            </a:lvl1pPr>
            <a:lvl2pPr algn="l">
              <a:defRPr sz="1125" b="0">
                <a:solidFill>
                  <a:srgbClr val="5D6A7C"/>
                </a:solidFill>
              </a:defRPr>
            </a:lvl2pPr>
            <a:lvl3pPr algn="l">
              <a:defRPr sz="1125" b="0">
                <a:solidFill>
                  <a:srgbClr val="5D6A7C"/>
                </a:solidFill>
              </a:defRPr>
            </a:lvl3pPr>
            <a:lvl4pPr algn="l">
              <a:defRPr sz="1125" b="0">
                <a:solidFill>
                  <a:srgbClr val="5D6A7C"/>
                </a:solidFill>
              </a:defRPr>
            </a:lvl4pPr>
            <a:lvl5pPr algn="l">
              <a:defRPr sz="1125" b="0">
                <a:solidFill>
                  <a:srgbClr val="5D6A7C"/>
                </a:solidFill>
              </a:defRPr>
            </a:lvl5pPr>
            <a:lvl6pPr algn="l">
              <a:defRPr sz="1125" b="0">
                <a:solidFill>
                  <a:srgbClr val="5D6A7C"/>
                </a:solidFill>
              </a:defRPr>
            </a:lvl6pPr>
            <a:lvl7pPr algn="l">
              <a:defRPr sz="1125" b="0">
                <a:solidFill>
                  <a:srgbClr val="5D6A7C"/>
                </a:solidFill>
              </a:defRPr>
            </a:lvl7pPr>
            <a:lvl8pPr algn="l">
              <a:defRPr sz="1125" b="0">
                <a:solidFill>
                  <a:srgbClr val="5D6A7C"/>
                </a:solidFill>
              </a:defRPr>
            </a:lvl8pPr>
            <a:lvl9pPr algn="l">
              <a:defRPr sz="1125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D6A7C"/>
                </a:solidFill>
              </a:defRPr>
            </a:pPr>
            <a:r>
              <a:rPr sz="1125" b="0">
                <a:solidFill>
                  <a:srgbClr val="5D6A7C"/>
                </a:solidFill>
              </a:rPr>
              <a:t>Allocates the token and persists the transaction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7141EC-950E-46BE-B320-2C88916F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71675"/>
            <a:ext cx="1695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9A4"/>
          </a:solidFill>
          <a:ln xmlns:a="http://schemas.openxmlformats.org/drawingml/2006/main" w="0">
            <a:solidFill>
              <a:srgbClr val="F6B9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C815BC-6745-4206-84EB-8B217E0D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907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4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DCB681-8B99-4213-8998-9B79E744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622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82235"/>
                </a:solidFill>
              </a:defRPr>
            </a:defPPr>
            <a:lvl1pPr algn="l">
              <a:defRPr sz="1350" b="1">
                <a:solidFill>
                  <a:srgbClr val="182235"/>
                </a:solidFill>
              </a:defRPr>
            </a:lvl1pPr>
            <a:lvl2pPr algn="l">
              <a:defRPr sz="1350" b="1">
                <a:solidFill>
                  <a:srgbClr val="182235"/>
                </a:solidFill>
              </a:defRPr>
            </a:lvl2pPr>
            <a:lvl3pPr algn="l">
              <a:defRPr sz="1350" b="1">
                <a:solidFill>
                  <a:srgbClr val="182235"/>
                </a:solidFill>
              </a:defRPr>
            </a:lvl3pPr>
            <a:lvl4pPr algn="l">
              <a:defRPr sz="1350" b="1">
                <a:solidFill>
                  <a:srgbClr val="182235"/>
                </a:solidFill>
              </a:defRPr>
            </a:lvl4pPr>
            <a:lvl5pPr algn="l">
              <a:defRPr sz="1350" b="1">
                <a:solidFill>
                  <a:srgbClr val="182235"/>
                </a:solidFill>
              </a:defRPr>
            </a:lvl5pPr>
            <a:lvl6pPr algn="l">
              <a:defRPr sz="1350" b="1">
                <a:solidFill>
                  <a:srgbClr val="182235"/>
                </a:solidFill>
              </a:defRPr>
            </a:lvl6pPr>
            <a:lvl7pPr algn="l">
              <a:defRPr sz="1350" b="1">
                <a:solidFill>
                  <a:srgbClr val="182235"/>
                </a:solidFill>
              </a:defRPr>
            </a:lvl7pPr>
            <a:lvl8pPr algn="l">
              <a:defRPr sz="1350" b="1">
                <a:solidFill>
                  <a:srgbClr val="182235"/>
                </a:solidFill>
              </a:defRPr>
            </a:lvl8pPr>
            <a:lvl9pPr algn="l">
              <a:defRPr sz="13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82235"/>
                </a:solidFill>
              </a:defRPr>
            </a:pPr>
            <a:r>
              <a:rPr sz="1350" b="1">
                <a:solidFill>
                  <a:srgbClr val="182235"/>
                </a:solidFill>
              </a:rPr>
              <a:t>Kitchen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B5D20E-9E17-4880-850D-C0C8532E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7655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D6A7C"/>
                </a:solidFill>
              </a:defRPr>
            </a:defPPr>
            <a:lvl1pPr algn="l">
              <a:defRPr sz="1125" b="0">
                <a:solidFill>
                  <a:srgbClr val="5D6A7C"/>
                </a:solidFill>
              </a:defRPr>
            </a:lvl1pPr>
            <a:lvl2pPr algn="l">
              <a:defRPr sz="1125" b="0">
                <a:solidFill>
                  <a:srgbClr val="5D6A7C"/>
                </a:solidFill>
              </a:defRPr>
            </a:lvl2pPr>
            <a:lvl3pPr algn="l">
              <a:defRPr sz="1125" b="0">
                <a:solidFill>
                  <a:srgbClr val="5D6A7C"/>
                </a:solidFill>
              </a:defRPr>
            </a:lvl3pPr>
            <a:lvl4pPr algn="l">
              <a:defRPr sz="1125" b="0">
                <a:solidFill>
                  <a:srgbClr val="5D6A7C"/>
                </a:solidFill>
              </a:defRPr>
            </a:lvl4pPr>
            <a:lvl5pPr algn="l">
              <a:defRPr sz="1125" b="0">
                <a:solidFill>
                  <a:srgbClr val="5D6A7C"/>
                </a:solidFill>
              </a:defRPr>
            </a:lvl5pPr>
            <a:lvl6pPr algn="l">
              <a:defRPr sz="1125" b="0">
                <a:solidFill>
                  <a:srgbClr val="5D6A7C"/>
                </a:solidFill>
              </a:defRPr>
            </a:lvl6pPr>
            <a:lvl7pPr algn="l">
              <a:defRPr sz="1125" b="0">
                <a:solidFill>
                  <a:srgbClr val="5D6A7C"/>
                </a:solidFill>
              </a:defRPr>
            </a:lvl7pPr>
            <a:lvl8pPr algn="l">
              <a:defRPr sz="1125" b="0">
                <a:solidFill>
                  <a:srgbClr val="5D6A7C"/>
                </a:solidFill>
              </a:defRPr>
            </a:lvl8pPr>
            <a:lvl9pPr algn="l">
              <a:defRPr sz="1125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D6A7C"/>
                </a:solidFill>
              </a:defRPr>
            </a:pPr>
            <a:r>
              <a:rPr sz="1125" b="0">
                <a:solidFill>
                  <a:srgbClr val="5D6A7C"/>
                </a:solidFill>
              </a:rPr>
              <a:t>Moves the ticket through preparation and ready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EF4F0F-2ED2-45DD-AF89-975CD456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971675"/>
            <a:ext cx="1695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9A4"/>
          </a:solidFill>
          <a:ln xmlns:a="http://schemas.openxmlformats.org/drawingml/2006/main" w="0">
            <a:solidFill>
              <a:srgbClr val="F6B9A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EC9CB2-7229-4227-B52F-16CA2ED5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4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185498-4DE6-4ABD-BE79-33505A1D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622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82235"/>
                </a:solidFill>
              </a:defRPr>
            </a:defPPr>
            <a:lvl1pPr algn="l">
              <a:defRPr sz="1350" b="1">
                <a:solidFill>
                  <a:srgbClr val="182235"/>
                </a:solidFill>
              </a:defRPr>
            </a:lvl1pPr>
            <a:lvl2pPr algn="l">
              <a:defRPr sz="1350" b="1">
                <a:solidFill>
                  <a:srgbClr val="182235"/>
                </a:solidFill>
              </a:defRPr>
            </a:lvl2pPr>
            <a:lvl3pPr algn="l">
              <a:defRPr sz="1350" b="1">
                <a:solidFill>
                  <a:srgbClr val="182235"/>
                </a:solidFill>
              </a:defRPr>
            </a:lvl3pPr>
            <a:lvl4pPr algn="l">
              <a:defRPr sz="1350" b="1">
                <a:solidFill>
                  <a:srgbClr val="182235"/>
                </a:solidFill>
              </a:defRPr>
            </a:lvl4pPr>
            <a:lvl5pPr algn="l">
              <a:defRPr sz="1350" b="1">
                <a:solidFill>
                  <a:srgbClr val="182235"/>
                </a:solidFill>
              </a:defRPr>
            </a:lvl5pPr>
            <a:lvl6pPr algn="l">
              <a:defRPr sz="1350" b="1">
                <a:solidFill>
                  <a:srgbClr val="182235"/>
                </a:solidFill>
              </a:defRPr>
            </a:lvl6pPr>
            <a:lvl7pPr algn="l">
              <a:defRPr sz="1350" b="1">
                <a:solidFill>
                  <a:srgbClr val="182235"/>
                </a:solidFill>
              </a:defRPr>
            </a:lvl7pPr>
            <a:lvl8pPr algn="l">
              <a:defRPr sz="1350" b="1">
                <a:solidFill>
                  <a:srgbClr val="182235"/>
                </a:solidFill>
              </a:defRPr>
            </a:lvl8pPr>
            <a:lvl9pPr algn="l">
              <a:defRPr sz="13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82235"/>
                </a:solidFill>
              </a:defRPr>
            </a:pPr>
            <a:r>
              <a:rPr sz="1350" b="1">
                <a:solidFill>
                  <a:srgbClr val="182235"/>
                </a:solidFill>
              </a:rPr>
              <a:t>Student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22B96C-BF43-467E-BE7F-A44AD2AB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7655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D6A7C"/>
                </a:solidFill>
              </a:defRPr>
            </a:defPPr>
            <a:lvl1pPr algn="l">
              <a:defRPr sz="1125" b="0">
                <a:solidFill>
                  <a:srgbClr val="5D6A7C"/>
                </a:solidFill>
              </a:defRPr>
            </a:lvl1pPr>
            <a:lvl2pPr algn="l">
              <a:defRPr sz="1125" b="0">
                <a:solidFill>
                  <a:srgbClr val="5D6A7C"/>
                </a:solidFill>
              </a:defRPr>
            </a:lvl2pPr>
            <a:lvl3pPr algn="l">
              <a:defRPr sz="1125" b="0">
                <a:solidFill>
                  <a:srgbClr val="5D6A7C"/>
                </a:solidFill>
              </a:defRPr>
            </a:lvl3pPr>
            <a:lvl4pPr algn="l">
              <a:defRPr sz="1125" b="0">
                <a:solidFill>
                  <a:srgbClr val="5D6A7C"/>
                </a:solidFill>
              </a:defRPr>
            </a:lvl4pPr>
            <a:lvl5pPr algn="l">
              <a:defRPr sz="1125" b="0">
                <a:solidFill>
                  <a:srgbClr val="5D6A7C"/>
                </a:solidFill>
              </a:defRPr>
            </a:lvl5pPr>
            <a:lvl6pPr algn="l">
              <a:defRPr sz="1125" b="0">
                <a:solidFill>
                  <a:srgbClr val="5D6A7C"/>
                </a:solidFill>
              </a:defRPr>
            </a:lvl6pPr>
            <a:lvl7pPr algn="l">
              <a:defRPr sz="1125" b="0">
                <a:solidFill>
                  <a:srgbClr val="5D6A7C"/>
                </a:solidFill>
              </a:defRPr>
            </a:lvl7pPr>
            <a:lvl8pPr algn="l">
              <a:defRPr sz="1125" b="0">
                <a:solidFill>
                  <a:srgbClr val="5D6A7C"/>
                </a:solidFill>
              </a:defRPr>
            </a:lvl8pPr>
            <a:lvl9pPr algn="l">
              <a:defRPr sz="1125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D6A7C"/>
                </a:solidFill>
              </a:defRPr>
            </a:pPr>
            <a:r>
              <a:rPr sz="1125" b="0">
                <a:solidFill>
                  <a:srgbClr val="5D6A7C"/>
                </a:solidFill>
              </a:rPr>
              <a:t>Receives the ready alert and shows the token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3E5DFC-2E8D-4730-94BF-16F8FE62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71675"/>
            <a:ext cx="1695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9A4"/>
          </a:solidFill>
          <a:ln xmlns:a="http://schemas.openxmlformats.org/drawingml/2006/main" w="0">
            <a:solidFill>
              <a:srgbClr val="F6B9A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1E0A02-F9E6-4917-82CB-56CF3944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7907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4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9BA6CA-8B75-4F36-A012-F994FA13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622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82235"/>
                </a:solidFill>
              </a:defRPr>
            </a:defPPr>
            <a:lvl1pPr algn="l">
              <a:defRPr sz="1350" b="1">
                <a:solidFill>
                  <a:srgbClr val="182235"/>
                </a:solidFill>
              </a:defRPr>
            </a:lvl1pPr>
            <a:lvl2pPr algn="l">
              <a:defRPr sz="1350" b="1">
                <a:solidFill>
                  <a:srgbClr val="182235"/>
                </a:solidFill>
              </a:defRPr>
            </a:lvl2pPr>
            <a:lvl3pPr algn="l">
              <a:defRPr sz="1350" b="1">
                <a:solidFill>
                  <a:srgbClr val="182235"/>
                </a:solidFill>
              </a:defRPr>
            </a:lvl3pPr>
            <a:lvl4pPr algn="l">
              <a:defRPr sz="1350" b="1">
                <a:solidFill>
                  <a:srgbClr val="182235"/>
                </a:solidFill>
              </a:defRPr>
            </a:lvl4pPr>
            <a:lvl5pPr algn="l">
              <a:defRPr sz="1350" b="1">
                <a:solidFill>
                  <a:srgbClr val="182235"/>
                </a:solidFill>
              </a:defRPr>
            </a:lvl5pPr>
            <a:lvl6pPr algn="l">
              <a:defRPr sz="1350" b="1">
                <a:solidFill>
                  <a:srgbClr val="182235"/>
                </a:solidFill>
              </a:defRPr>
            </a:lvl6pPr>
            <a:lvl7pPr algn="l">
              <a:defRPr sz="1350" b="1">
                <a:solidFill>
                  <a:srgbClr val="182235"/>
                </a:solidFill>
              </a:defRPr>
            </a:lvl7pPr>
            <a:lvl8pPr algn="l">
              <a:defRPr sz="1350" b="1">
                <a:solidFill>
                  <a:srgbClr val="182235"/>
                </a:solidFill>
              </a:defRPr>
            </a:lvl8pPr>
            <a:lvl9pPr algn="l">
              <a:defRPr sz="13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82235"/>
                </a:solidFill>
              </a:defRPr>
            </a:pPr>
            <a:r>
              <a:rPr sz="1350" b="1">
                <a:solidFill>
                  <a:srgbClr val="182235"/>
                </a:solidFill>
              </a:rPr>
              <a:t>Counter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9CD67A-B2C2-4E8A-ACF2-5813200F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7655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D6A7C"/>
                </a:solidFill>
              </a:defRPr>
            </a:defPPr>
            <a:lvl1pPr algn="l">
              <a:defRPr sz="1125" b="0">
                <a:solidFill>
                  <a:srgbClr val="5D6A7C"/>
                </a:solidFill>
              </a:defRPr>
            </a:lvl1pPr>
            <a:lvl2pPr algn="l">
              <a:defRPr sz="1125" b="0">
                <a:solidFill>
                  <a:srgbClr val="5D6A7C"/>
                </a:solidFill>
              </a:defRPr>
            </a:lvl2pPr>
            <a:lvl3pPr algn="l">
              <a:defRPr sz="1125" b="0">
                <a:solidFill>
                  <a:srgbClr val="5D6A7C"/>
                </a:solidFill>
              </a:defRPr>
            </a:lvl3pPr>
            <a:lvl4pPr algn="l">
              <a:defRPr sz="1125" b="0">
                <a:solidFill>
                  <a:srgbClr val="5D6A7C"/>
                </a:solidFill>
              </a:defRPr>
            </a:lvl4pPr>
            <a:lvl5pPr algn="l">
              <a:defRPr sz="1125" b="0">
                <a:solidFill>
                  <a:srgbClr val="5D6A7C"/>
                </a:solidFill>
              </a:defRPr>
            </a:lvl5pPr>
            <a:lvl6pPr algn="l">
              <a:defRPr sz="1125" b="0">
                <a:solidFill>
                  <a:srgbClr val="5D6A7C"/>
                </a:solidFill>
              </a:defRPr>
            </a:lvl6pPr>
            <a:lvl7pPr algn="l">
              <a:defRPr sz="1125" b="0">
                <a:solidFill>
                  <a:srgbClr val="5D6A7C"/>
                </a:solidFill>
              </a:defRPr>
            </a:lvl7pPr>
            <a:lvl8pPr algn="l">
              <a:defRPr sz="1125" b="0">
                <a:solidFill>
                  <a:srgbClr val="5D6A7C"/>
                </a:solidFill>
              </a:defRPr>
            </a:lvl8pPr>
            <a:lvl9pPr algn="l">
              <a:defRPr sz="1125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D6A7C"/>
                </a:solidFill>
              </a:defRPr>
            </a:pPr>
            <a:r>
              <a:rPr sz="1125" b="0">
                <a:solidFill>
                  <a:srgbClr val="5D6A7C"/>
                </a:solidFill>
              </a:rPr>
              <a:t>Marks collection and closes the operational loop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39CC6C-ADE3-43CD-AEA3-F8DA25EF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728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21324B"/>
          </a:solidFill>
          <a:ln xmlns:a="http://schemas.openxmlformats.org/drawingml/2006/main" w="9525">
            <a:solidFill>
              <a:srgbClr val="21324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4BE12F-BA31-4328-B6BD-389D4A1F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</a:defRPr>
            </a:defPPr>
            <a:lvl1pPr algn="l">
              <a:defRPr sz="1275" b="1">
                <a:solidFill>
                  <a:srgbClr val="FFFFFF"/>
                </a:solidFill>
              </a:defRPr>
            </a:lvl1pPr>
            <a:lvl2pPr algn="l">
              <a:defRPr sz="1275" b="1">
                <a:solidFill>
                  <a:srgbClr val="FFFFFF"/>
                </a:solidFill>
              </a:defRPr>
            </a:lvl2pPr>
            <a:lvl3pPr algn="l">
              <a:defRPr sz="1275" b="1">
                <a:solidFill>
                  <a:srgbClr val="FFFFFF"/>
                </a:solidFill>
              </a:defRPr>
            </a:lvl3pPr>
            <a:lvl4pPr algn="l">
              <a:defRPr sz="1275" b="1">
                <a:solidFill>
                  <a:srgbClr val="FFFFFF"/>
                </a:solidFill>
              </a:defRPr>
            </a:lvl4pPr>
            <a:lvl5pPr algn="l">
              <a:defRPr sz="1275" b="1">
                <a:solidFill>
                  <a:srgbClr val="FFFFFF"/>
                </a:solidFill>
              </a:defRPr>
            </a:lvl5pPr>
            <a:lvl6pPr algn="l">
              <a:defRPr sz="1275" b="1">
                <a:solidFill>
                  <a:srgbClr val="FFFFFF"/>
                </a:solidFill>
              </a:defRPr>
            </a:lvl6pPr>
            <a:lvl7pPr algn="l">
              <a:defRPr sz="1275" b="1">
                <a:solidFill>
                  <a:srgbClr val="FFFFFF"/>
                </a:solidFill>
              </a:defRPr>
            </a:lvl7pPr>
            <a:lvl8pPr algn="l">
              <a:defRPr sz="1275" b="1">
                <a:solidFill>
                  <a:srgbClr val="FFFFFF"/>
                </a:solidFill>
              </a:defRPr>
            </a:lvl8pPr>
            <a:lvl9pPr algn="l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Placed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79A894-41C7-438E-82D4-124521EB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577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</a:defRPr>
            </a:defPPr>
            <a:lvl1pPr algn="l">
              <a:defRPr sz="1275" b="1">
                <a:solidFill>
                  <a:srgbClr val="FFFFFF"/>
                </a:solidFill>
              </a:defRPr>
            </a:lvl1pPr>
            <a:lvl2pPr algn="l">
              <a:defRPr sz="1275" b="1">
                <a:solidFill>
                  <a:srgbClr val="FFFFFF"/>
                </a:solidFill>
              </a:defRPr>
            </a:lvl2pPr>
            <a:lvl3pPr algn="l">
              <a:defRPr sz="1275" b="1">
                <a:solidFill>
                  <a:srgbClr val="FFFFFF"/>
                </a:solidFill>
              </a:defRPr>
            </a:lvl3pPr>
            <a:lvl4pPr algn="l">
              <a:defRPr sz="1275" b="1">
                <a:solidFill>
                  <a:srgbClr val="FFFFFF"/>
                </a:solidFill>
              </a:defRPr>
            </a:lvl4pPr>
            <a:lvl5pPr algn="l">
              <a:defRPr sz="1275" b="1">
                <a:solidFill>
                  <a:srgbClr val="FFFFFF"/>
                </a:solidFill>
              </a:defRPr>
            </a:lvl5pPr>
            <a:lvl6pPr algn="l">
              <a:defRPr sz="1275" b="1">
                <a:solidFill>
                  <a:srgbClr val="FFFFFF"/>
                </a:solidFill>
              </a:defRPr>
            </a:lvl6pPr>
            <a:lvl7pPr algn="l">
              <a:defRPr sz="1275" b="1">
                <a:solidFill>
                  <a:srgbClr val="FFFFFF"/>
                </a:solidFill>
              </a:defRPr>
            </a:lvl7pPr>
            <a:lvl8pPr algn="l">
              <a:defRPr sz="1275" b="1">
                <a:solidFill>
                  <a:srgbClr val="FFFFFF"/>
                </a:solidFill>
              </a:defRPr>
            </a:lvl8pPr>
            <a:lvl9pPr algn="l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Confirmed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82068B-B4EE-4467-BE79-2547D1E5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577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</a:defRPr>
            </a:defPPr>
            <a:lvl1pPr algn="l">
              <a:defRPr sz="1275" b="1">
                <a:solidFill>
                  <a:srgbClr val="FFFFFF"/>
                </a:solidFill>
              </a:defRPr>
            </a:lvl1pPr>
            <a:lvl2pPr algn="l">
              <a:defRPr sz="1275" b="1">
                <a:solidFill>
                  <a:srgbClr val="FFFFFF"/>
                </a:solidFill>
              </a:defRPr>
            </a:lvl2pPr>
            <a:lvl3pPr algn="l">
              <a:defRPr sz="1275" b="1">
                <a:solidFill>
                  <a:srgbClr val="FFFFFF"/>
                </a:solidFill>
              </a:defRPr>
            </a:lvl3pPr>
            <a:lvl4pPr algn="l">
              <a:defRPr sz="1275" b="1">
                <a:solidFill>
                  <a:srgbClr val="FFFFFF"/>
                </a:solidFill>
              </a:defRPr>
            </a:lvl4pPr>
            <a:lvl5pPr algn="l">
              <a:defRPr sz="1275" b="1">
                <a:solidFill>
                  <a:srgbClr val="FFFFFF"/>
                </a:solidFill>
              </a:defRPr>
            </a:lvl5pPr>
            <a:lvl6pPr algn="l">
              <a:defRPr sz="1275" b="1">
                <a:solidFill>
                  <a:srgbClr val="FFFFFF"/>
                </a:solidFill>
              </a:defRPr>
            </a:lvl6pPr>
            <a:lvl7pPr algn="l">
              <a:defRPr sz="1275" b="1">
                <a:solidFill>
                  <a:srgbClr val="FFFFFF"/>
                </a:solidFill>
              </a:defRPr>
            </a:lvl7pPr>
            <a:lvl8pPr algn="l">
              <a:defRPr sz="1275" b="1">
                <a:solidFill>
                  <a:srgbClr val="FFFFFF"/>
                </a:solidFill>
              </a:defRPr>
            </a:lvl8pPr>
            <a:lvl9pPr algn="l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Preparing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0F4371-2CF1-45D7-B4F2-4752DB36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577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FFC2AA"/>
                </a:solidFill>
              </a:defRPr>
            </a:defPPr>
            <a:lvl1pPr algn="l">
              <a:defRPr sz="1275" b="1">
                <a:solidFill>
                  <a:srgbClr val="FFC2AA"/>
                </a:solidFill>
              </a:defRPr>
            </a:lvl1pPr>
            <a:lvl2pPr algn="l">
              <a:defRPr sz="1275" b="1">
                <a:solidFill>
                  <a:srgbClr val="FFC2AA"/>
                </a:solidFill>
              </a:defRPr>
            </a:lvl2pPr>
            <a:lvl3pPr algn="l">
              <a:defRPr sz="1275" b="1">
                <a:solidFill>
                  <a:srgbClr val="FFC2AA"/>
                </a:solidFill>
              </a:defRPr>
            </a:lvl3pPr>
            <a:lvl4pPr algn="l">
              <a:defRPr sz="1275" b="1">
                <a:solidFill>
                  <a:srgbClr val="FFC2AA"/>
                </a:solidFill>
              </a:defRPr>
            </a:lvl4pPr>
            <a:lvl5pPr algn="l">
              <a:defRPr sz="1275" b="1">
                <a:solidFill>
                  <a:srgbClr val="FFC2AA"/>
                </a:solidFill>
              </a:defRPr>
            </a:lvl5pPr>
            <a:lvl6pPr algn="l">
              <a:defRPr sz="1275" b="1">
                <a:solidFill>
                  <a:srgbClr val="FFC2AA"/>
                </a:solidFill>
              </a:defRPr>
            </a:lvl6pPr>
            <a:lvl7pPr algn="l">
              <a:defRPr sz="1275" b="1">
                <a:solidFill>
                  <a:srgbClr val="FFC2AA"/>
                </a:solidFill>
              </a:defRPr>
            </a:lvl7pPr>
            <a:lvl8pPr algn="l">
              <a:defRPr sz="1275" b="1">
                <a:solidFill>
                  <a:srgbClr val="FFC2AA"/>
                </a:solidFill>
              </a:defRPr>
            </a:lvl8pPr>
            <a:lvl9pPr algn="l">
              <a:defRPr sz="1275" b="1">
                <a:solidFill>
                  <a:srgbClr val="FFC2AA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FC2AA"/>
                </a:solidFill>
              </a:defRPr>
            </a:pPr>
            <a:r>
              <a:rPr sz="1275" b="1">
                <a:solidFill>
                  <a:srgbClr val="FFC2AA"/>
                </a:solidFill>
              </a:rPr>
              <a:t>Ready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953F30-EAE9-49BA-A355-860BC65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577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</a:defRPr>
            </a:defPPr>
            <a:lvl1pPr algn="l">
              <a:defRPr sz="1275" b="1">
                <a:solidFill>
                  <a:srgbClr val="FFFFFF"/>
                </a:solidFill>
              </a:defRPr>
            </a:lvl1pPr>
            <a:lvl2pPr algn="l">
              <a:defRPr sz="1275" b="1">
                <a:solidFill>
                  <a:srgbClr val="FFFFFF"/>
                </a:solidFill>
              </a:defRPr>
            </a:lvl2pPr>
            <a:lvl3pPr algn="l">
              <a:defRPr sz="1275" b="1">
                <a:solidFill>
                  <a:srgbClr val="FFFFFF"/>
                </a:solidFill>
              </a:defRPr>
            </a:lvl3pPr>
            <a:lvl4pPr algn="l">
              <a:defRPr sz="1275" b="1">
                <a:solidFill>
                  <a:srgbClr val="FFFFFF"/>
                </a:solidFill>
              </a:defRPr>
            </a:lvl4pPr>
            <a:lvl5pPr algn="l">
              <a:defRPr sz="1275" b="1">
                <a:solidFill>
                  <a:srgbClr val="FFFFFF"/>
                </a:solidFill>
              </a:defRPr>
            </a:lvl5pPr>
            <a:lvl6pPr algn="l">
              <a:defRPr sz="1275" b="1">
                <a:solidFill>
                  <a:srgbClr val="FFFFFF"/>
                </a:solidFill>
              </a:defRPr>
            </a:lvl6pPr>
            <a:lvl7pPr algn="l">
              <a:defRPr sz="1275" b="1">
                <a:solidFill>
                  <a:srgbClr val="FFFFFF"/>
                </a:solidFill>
              </a:defRPr>
            </a:lvl7pPr>
            <a:lvl8pPr algn="l">
              <a:defRPr sz="1275" b="1">
                <a:solidFill>
                  <a:srgbClr val="FFFFFF"/>
                </a:solidFill>
              </a:defRPr>
            </a:lvl8pPr>
            <a:lvl9pPr algn="l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Collected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5A70FD-2BF3-4AF6-BF85-E37B1C34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95A0AF"/>
                </a:solidFill>
              </a:defRPr>
            </a:defPPr>
            <a:lvl1pPr algn="r">
              <a:defRPr sz="825" b="1">
                <a:solidFill>
                  <a:srgbClr val="95A0AF"/>
                </a:solidFill>
              </a:defRPr>
            </a:lvl1pPr>
            <a:lvl2pPr algn="r">
              <a:defRPr sz="825" b="1">
                <a:solidFill>
                  <a:srgbClr val="95A0AF"/>
                </a:solidFill>
              </a:defRPr>
            </a:lvl2pPr>
            <a:lvl3pPr algn="r">
              <a:defRPr sz="825" b="1">
                <a:solidFill>
                  <a:srgbClr val="95A0AF"/>
                </a:solidFill>
              </a:defRPr>
            </a:lvl3pPr>
            <a:lvl4pPr algn="r">
              <a:defRPr sz="825" b="1">
                <a:solidFill>
                  <a:srgbClr val="95A0AF"/>
                </a:solidFill>
              </a:defRPr>
            </a:lvl4pPr>
            <a:lvl5pPr algn="r">
              <a:defRPr sz="825" b="1">
                <a:solidFill>
                  <a:srgbClr val="95A0AF"/>
                </a:solidFill>
              </a:defRPr>
            </a:lvl5pPr>
            <a:lvl6pPr algn="r">
              <a:defRPr sz="825" b="1">
                <a:solidFill>
                  <a:srgbClr val="95A0AF"/>
                </a:solidFill>
              </a:defRPr>
            </a:lvl6pPr>
            <a:lvl7pPr algn="r">
              <a:defRPr sz="825" b="1">
                <a:solidFill>
                  <a:srgbClr val="95A0AF"/>
                </a:solidFill>
              </a:defRPr>
            </a:lvl7pPr>
            <a:lvl8pPr algn="r">
              <a:defRPr sz="825" b="1">
                <a:solidFill>
                  <a:srgbClr val="95A0AF"/>
                </a:solidFill>
              </a:defRPr>
            </a:lvl8pPr>
            <a:lvl9pPr algn="r">
              <a:defRPr sz="825" b="1">
                <a:solidFill>
                  <a:srgbClr val="95A0AF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95A0AF"/>
                </a:solidFill>
              </a:defRPr>
            </a:pPr>
            <a:r>
              <a:rPr sz="825" b="1">
                <a:solidFill>
                  <a:srgbClr val="95A0A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080936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3D55C3-26B6-4AE4-A030-B6298E48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82235"/>
                </a:solidFill>
              </a:defRPr>
            </a:defPPr>
            <a:lvl1pPr algn="l">
              <a:defRPr sz="2550" b="1">
                <a:solidFill>
                  <a:srgbClr val="182235"/>
                </a:solidFill>
              </a:defRPr>
            </a:lvl1pPr>
            <a:lvl2pPr algn="l">
              <a:defRPr sz="2550" b="1">
                <a:solidFill>
                  <a:srgbClr val="182235"/>
                </a:solidFill>
              </a:defRPr>
            </a:lvl2pPr>
            <a:lvl3pPr algn="l">
              <a:defRPr sz="2550" b="1">
                <a:solidFill>
                  <a:srgbClr val="182235"/>
                </a:solidFill>
              </a:defRPr>
            </a:lvl3pPr>
            <a:lvl4pPr algn="l">
              <a:defRPr sz="2550" b="1">
                <a:solidFill>
                  <a:srgbClr val="182235"/>
                </a:solidFill>
              </a:defRPr>
            </a:lvl4pPr>
            <a:lvl5pPr algn="l">
              <a:defRPr sz="2550" b="1">
                <a:solidFill>
                  <a:srgbClr val="182235"/>
                </a:solidFill>
              </a:defRPr>
            </a:lvl5pPr>
            <a:lvl6pPr algn="l">
              <a:defRPr sz="2550" b="1">
                <a:solidFill>
                  <a:srgbClr val="182235"/>
                </a:solidFill>
              </a:defRPr>
            </a:lvl6pPr>
            <a:lvl7pPr algn="l">
              <a:defRPr sz="2550" b="1">
                <a:solidFill>
                  <a:srgbClr val="182235"/>
                </a:solidFill>
              </a:defRPr>
            </a:lvl7pPr>
            <a:lvl8pPr algn="l">
              <a:defRPr sz="2550" b="1">
                <a:solidFill>
                  <a:srgbClr val="182235"/>
                </a:solidFill>
              </a:defRPr>
            </a:lvl8pPr>
            <a:lvl9pPr algn="l">
              <a:defRPr sz="25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82235"/>
                </a:solidFill>
              </a:defRPr>
            </a:pPr>
            <a:r>
              <a:rPr sz="2550" b="1">
                <a:solidFill>
                  <a:srgbClr val="182235"/>
                </a:solidFill>
              </a:rPr>
              <a:t>Each canteen operates independently on one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5AF0C-3338-4496-A107-A11E5C74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4297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D6A7C"/>
                </a:solidFill>
              </a:defRPr>
            </a:defPPr>
            <a:lvl1pPr algn="l">
              <a:defRPr sz="1275" b="0">
                <a:solidFill>
                  <a:srgbClr val="5D6A7C"/>
                </a:solidFill>
              </a:defRPr>
            </a:lvl1pPr>
            <a:lvl2pPr algn="l">
              <a:defRPr sz="1275" b="0">
                <a:solidFill>
                  <a:srgbClr val="5D6A7C"/>
                </a:solidFill>
              </a:defRPr>
            </a:lvl2pPr>
            <a:lvl3pPr algn="l">
              <a:defRPr sz="1275" b="0">
                <a:solidFill>
                  <a:srgbClr val="5D6A7C"/>
                </a:solidFill>
              </a:defRPr>
            </a:lvl3pPr>
            <a:lvl4pPr algn="l">
              <a:defRPr sz="1275" b="0">
                <a:solidFill>
                  <a:srgbClr val="5D6A7C"/>
                </a:solidFill>
              </a:defRPr>
            </a:lvl4pPr>
            <a:lvl5pPr algn="l">
              <a:defRPr sz="1275" b="0">
                <a:solidFill>
                  <a:srgbClr val="5D6A7C"/>
                </a:solidFill>
              </a:defRPr>
            </a:lvl5pPr>
            <a:lvl6pPr algn="l">
              <a:defRPr sz="1275" b="0">
                <a:solidFill>
                  <a:srgbClr val="5D6A7C"/>
                </a:solidFill>
              </a:defRPr>
            </a:lvl6pPr>
            <a:lvl7pPr algn="l">
              <a:defRPr sz="1275" b="0">
                <a:solidFill>
                  <a:srgbClr val="5D6A7C"/>
                </a:solidFill>
              </a:defRPr>
            </a:lvl7pPr>
            <a:lvl8pPr algn="l">
              <a:defRPr sz="1275" b="0">
                <a:solidFill>
                  <a:srgbClr val="5D6A7C"/>
                </a:solidFill>
              </a:defRPr>
            </a:lvl8pPr>
            <a:lvl9pPr algn="l">
              <a:defRPr sz="1275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D6A7C"/>
                </a:solidFill>
              </a:defRPr>
            </a:pPr>
            <a:r>
              <a:rPr sz="1275" b="0">
                <a:solidFill>
                  <a:srgbClr val="5D6A7C"/>
                </a:solidFill>
              </a:rPr>
              <a:t>Cloud control connects campuses while each outlet keeps its own local operating unit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383E0-2EAB-4DF6-842A-07CC9414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762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F2542D"/>
                </a:solidFill>
              </a:defRPr>
            </a:defPPr>
            <a:lvl1pPr algn="r">
              <a:defRPr sz="975" b="1">
                <a:solidFill>
                  <a:srgbClr val="F2542D"/>
                </a:solidFill>
              </a:defRPr>
            </a:lvl1pPr>
            <a:lvl2pPr algn="r">
              <a:defRPr sz="975" b="1">
                <a:solidFill>
                  <a:srgbClr val="F2542D"/>
                </a:solidFill>
              </a:defRPr>
            </a:lvl2pPr>
            <a:lvl3pPr algn="r">
              <a:defRPr sz="975" b="1">
                <a:solidFill>
                  <a:srgbClr val="F2542D"/>
                </a:solidFill>
              </a:defRPr>
            </a:lvl3pPr>
            <a:lvl4pPr algn="r">
              <a:defRPr sz="975" b="1">
                <a:solidFill>
                  <a:srgbClr val="F2542D"/>
                </a:solidFill>
              </a:defRPr>
            </a:lvl4pPr>
            <a:lvl5pPr algn="r">
              <a:defRPr sz="975" b="1">
                <a:solidFill>
                  <a:srgbClr val="F2542D"/>
                </a:solidFill>
              </a:defRPr>
            </a:lvl5pPr>
            <a:lvl6pPr algn="r">
              <a:defRPr sz="975" b="1">
                <a:solidFill>
                  <a:srgbClr val="F2542D"/>
                </a:solidFill>
              </a:defRPr>
            </a:lvl6pPr>
            <a:lvl7pPr algn="r">
              <a:defRPr sz="975" b="1">
                <a:solidFill>
                  <a:srgbClr val="F2542D"/>
                </a:solidFill>
              </a:defRPr>
            </a:lvl7pPr>
            <a:lvl8pPr algn="r">
              <a:defRPr sz="975" b="1">
                <a:solidFill>
                  <a:srgbClr val="F2542D"/>
                </a:solidFill>
              </a:defRPr>
            </a:lvl8pPr>
            <a:lvl9pPr algn="r">
              <a:defRPr sz="975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F2542D"/>
                </a:solidFill>
              </a:defRPr>
            </a:pPr>
            <a:r>
              <a:rPr sz="975" b="1">
                <a:solidFill>
                  <a:srgbClr val="F2542D"/>
                </a:solidFill>
              </a:rPr>
              <a:t>MEALY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50B49B-385F-4343-B9F4-B06ED8E4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107061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21324B"/>
          </a:solidFill>
          <a:ln xmlns:a="http://schemas.openxmlformats.org/drawingml/2006/main" w="9525">
            <a:solidFill>
              <a:srgbClr val="2132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A0FCEE-DFF8-41D1-8923-2B3E0F9B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</a:defRPr>
            </a:defPPr>
            <a:lvl1pPr algn="l">
              <a:defRPr sz="1800" b="1">
                <a:solidFill>
                  <a:srgbClr val="FFFFFF"/>
                </a:solidFill>
              </a:defRPr>
            </a:lvl1pPr>
            <a:lvl2pPr algn="l">
              <a:defRPr sz="1800" b="1">
                <a:solidFill>
                  <a:srgbClr val="FFFFFF"/>
                </a:solidFill>
              </a:defRPr>
            </a:lvl2pPr>
            <a:lvl3pPr algn="l">
              <a:defRPr sz="1800" b="1">
                <a:solidFill>
                  <a:srgbClr val="FFFFFF"/>
                </a:solidFill>
              </a:defRPr>
            </a:lvl3pPr>
            <a:lvl4pPr algn="l">
              <a:defRPr sz="1800" b="1">
                <a:solidFill>
                  <a:srgbClr val="FFFFFF"/>
                </a:solidFill>
              </a:defRPr>
            </a:lvl4pPr>
            <a:lvl5pPr algn="l">
              <a:defRPr sz="1800" b="1">
                <a:solidFill>
                  <a:srgbClr val="FFFFFF"/>
                </a:solidFill>
              </a:defRPr>
            </a:lvl5pPr>
            <a:lvl6pPr algn="l">
              <a:defRPr sz="1800" b="1">
                <a:solidFill>
                  <a:srgbClr val="FFFFFF"/>
                </a:solidFill>
              </a:defRPr>
            </a:lvl6pPr>
            <a:lvl7pPr algn="l">
              <a:defRPr sz="1800" b="1">
                <a:solidFill>
                  <a:srgbClr val="FFFFFF"/>
                </a:solidFill>
              </a:defRPr>
            </a:lvl7pPr>
            <a:lvl8pPr algn="l">
              <a:defRPr sz="1800" b="1">
                <a:solidFill>
                  <a:srgbClr val="FFFFFF"/>
                </a:solidFill>
              </a:defRPr>
            </a:lvl8pPr>
            <a:lvl9pPr algn="l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Mealy cloud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39C0D9-DD1E-45C9-B211-916FE69C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3837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D7E0EB"/>
                </a:solidFill>
              </a:defRPr>
            </a:defPPr>
            <a:lvl1pPr algn="l">
              <a:defRPr sz="1275" b="0">
                <a:solidFill>
                  <a:srgbClr val="D7E0EB"/>
                </a:solidFill>
              </a:defRPr>
            </a:lvl1pPr>
            <a:lvl2pPr algn="l">
              <a:defRPr sz="1275" b="0">
                <a:solidFill>
                  <a:srgbClr val="D7E0EB"/>
                </a:solidFill>
              </a:defRPr>
            </a:lvl2pPr>
            <a:lvl3pPr algn="l">
              <a:defRPr sz="1275" b="0">
                <a:solidFill>
                  <a:srgbClr val="D7E0EB"/>
                </a:solidFill>
              </a:defRPr>
            </a:lvl3pPr>
            <a:lvl4pPr algn="l">
              <a:defRPr sz="1275" b="0">
                <a:solidFill>
                  <a:srgbClr val="D7E0EB"/>
                </a:solidFill>
              </a:defRPr>
            </a:lvl4pPr>
            <a:lvl5pPr algn="l">
              <a:defRPr sz="1275" b="0">
                <a:solidFill>
                  <a:srgbClr val="D7E0EB"/>
                </a:solidFill>
              </a:defRPr>
            </a:lvl5pPr>
            <a:lvl6pPr algn="l">
              <a:defRPr sz="1275" b="0">
                <a:solidFill>
                  <a:srgbClr val="D7E0EB"/>
                </a:solidFill>
              </a:defRPr>
            </a:lvl6pPr>
            <a:lvl7pPr algn="l">
              <a:defRPr sz="1275" b="0">
                <a:solidFill>
                  <a:srgbClr val="D7E0EB"/>
                </a:solidFill>
              </a:defRPr>
            </a:lvl7pPr>
            <a:lvl8pPr algn="l">
              <a:defRPr sz="1275" b="0">
                <a:solidFill>
                  <a:srgbClr val="D7E0EB"/>
                </a:solidFill>
              </a:defRPr>
            </a:lvl8pPr>
            <a:lvl9pPr algn="l">
              <a:defRPr sz="1275" b="0">
                <a:solidFill>
                  <a:srgbClr val="D7E0EB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7E0EB"/>
                </a:solidFill>
              </a:defRPr>
            </a:pPr>
            <a:r>
              <a:rPr sz="1275" b="0">
                <a:solidFill>
                  <a:srgbClr val="D7E0EB"/>
                </a:solidFill>
              </a:rPr>
              <a:t>Catalogs, student orders, reporting, forecasting, permissions and secure event delivery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A9704-AB32-4815-BD33-7690C12D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33528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EE4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BF3D52-C249-49D8-BDCA-6AF87621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76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2542D"/>
                </a:solidFill>
              </a:defRPr>
            </a:defPPr>
            <a:lvl1pPr algn="l">
              <a:defRPr sz="900" b="1">
                <a:solidFill>
                  <a:srgbClr val="F2542D"/>
                </a:solidFill>
              </a:defRPr>
            </a:lvl1pPr>
            <a:lvl2pPr algn="l">
              <a:defRPr sz="900" b="1">
                <a:solidFill>
                  <a:srgbClr val="F2542D"/>
                </a:solidFill>
              </a:defRPr>
            </a:lvl2pPr>
            <a:lvl3pPr algn="l">
              <a:defRPr sz="900" b="1">
                <a:solidFill>
                  <a:srgbClr val="F2542D"/>
                </a:solidFill>
              </a:defRPr>
            </a:lvl3pPr>
            <a:lvl4pPr algn="l">
              <a:defRPr sz="900" b="1">
                <a:solidFill>
                  <a:srgbClr val="F2542D"/>
                </a:solidFill>
              </a:defRPr>
            </a:lvl4pPr>
            <a:lvl5pPr algn="l">
              <a:defRPr sz="900" b="1">
                <a:solidFill>
                  <a:srgbClr val="F2542D"/>
                </a:solidFill>
              </a:defRPr>
            </a:lvl5pPr>
            <a:lvl6pPr algn="l">
              <a:defRPr sz="900" b="1">
                <a:solidFill>
                  <a:srgbClr val="F2542D"/>
                </a:solidFill>
              </a:defRPr>
            </a:lvl6pPr>
            <a:lvl7pPr algn="l">
              <a:defRPr sz="900" b="1">
                <a:solidFill>
                  <a:srgbClr val="F2542D"/>
                </a:solidFill>
              </a:defRPr>
            </a:lvl7pPr>
            <a:lvl8pPr algn="l">
              <a:defRPr sz="900" b="1">
                <a:solidFill>
                  <a:srgbClr val="F2542D"/>
                </a:solidFill>
              </a:defRPr>
            </a:lvl8pPr>
            <a:lvl9pPr algn="l">
              <a:defRPr sz="90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2542D"/>
                </a:solidFill>
              </a:defRPr>
            </a:pPr>
            <a:r>
              <a:rPr sz="900" b="1">
                <a:solidFill>
                  <a:srgbClr val="F2542D"/>
                </a:solidFill>
              </a:rPr>
              <a:t>CAMPUS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6EFD40-8C0F-417E-B982-1CECA502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814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82235"/>
                </a:solidFill>
              </a:defRPr>
            </a:defPPr>
            <a:lvl1pPr algn="l">
              <a:defRPr sz="1650" b="1">
                <a:solidFill>
                  <a:srgbClr val="182235"/>
                </a:solidFill>
              </a:defRPr>
            </a:lvl1pPr>
            <a:lvl2pPr algn="l">
              <a:defRPr sz="1650" b="1">
                <a:solidFill>
                  <a:srgbClr val="182235"/>
                </a:solidFill>
              </a:defRPr>
            </a:lvl2pPr>
            <a:lvl3pPr algn="l">
              <a:defRPr sz="1650" b="1">
                <a:solidFill>
                  <a:srgbClr val="182235"/>
                </a:solidFill>
              </a:defRPr>
            </a:lvl3pPr>
            <a:lvl4pPr algn="l">
              <a:defRPr sz="1650" b="1">
                <a:solidFill>
                  <a:srgbClr val="182235"/>
                </a:solidFill>
              </a:defRPr>
            </a:lvl4pPr>
            <a:lvl5pPr algn="l">
              <a:defRPr sz="1650" b="1">
                <a:solidFill>
                  <a:srgbClr val="182235"/>
                </a:solidFill>
              </a:defRPr>
            </a:lvl5pPr>
            <a:lvl6pPr algn="l">
              <a:defRPr sz="1650" b="1">
                <a:solidFill>
                  <a:srgbClr val="182235"/>
                </a:solidFill>
              </a:defRPr>
            </a:lvl6pPr>
            <a:lvl7pPr algn="l">
              <a:defRPr sz="1650" b="1">
                <a:solidFill>
                  <a:srgbClr val="182235"/>
                </a:solidFill>
              </a:defRPr>
            </a:lvl7pPr>
            <a:lvl8pPr algn="l">
              <a:defRPr sz="1650" b="1">
                <a:solidFill>
                  <a:srgbClr val="182235"/>
                </a:solidFill>
              </a:defRPr>
            </a:lvl8pPr>
            <a:lvl9pPr algn="l">
              <a:defRPr sz="16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82235"/>
                </a:solidFill>
              </a:defRPr>
            </a:pPr>
            <a:r>
              <a:rPr sz="1650" b="1">
                <a:solidFill>
                  <a:srgbClr val="182235"/>
                </a:solidFill>
              </a:rPr>
              <a:t>Main Canteen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DA366F-DC22-46D9-9F22-ADADF1BD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33900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99B67"/>
                </a:solidFill>
              </a:defRPr>
            </a:defPPr>
            <a:lvl1pPr algn="l">
              <a:defRPr sz="1125" b="1">
                <a:solidFill>
                  <a:srgbClr val="199B67"/>
                </a:solidFill>
              </a:defRPr>
            </a:lvl1pPr>
            <a:lvl2pPr algn="l">
              <a:defRPr sz="1125" b="1">
                <a:solidFill>
                  <a:srgbClr val="199B67"/>
                </a:solidFill>
              </a:defRPr>
            </a:lvl2pPr>
            <a:lvl3pPr algn="l">
              <a:defRPr sz="1125" b="1">
                <a:solidFill>
                  <a:srgbClr val="199B67"/>
                </a:solidFill>
              </a:defRPr>
            </a:lvl3pPr>
            <a:lvl4pPr algn="l">
              <a:defRPr sz="1125" b="1">
                <a:solidFill>
                  <a:srgbClr val="199B67"/>
                </a:solidFill>
              </a:defRPr>
            </a:lvl4pPr>
            <a:lvl5pPr algn="l">
              <a:defRPr sz="1125" b="1">
                <a:solidFill>
                  <a:srgbClr val="199B67"/>
                </a:solidFill>
              </a:defRPr>
            </a:lvl5pPr>
            <a:lvl6pPr algn="l">
              <a:defRPr sz="1125" b="1">
                <a:solidFill>
                  <a:srgbClr val="199B67"/>
                </a:solidFill>
              </a:defRPr>
            </a:lvl6pPr>
            <a:lvl7pPr algn="l">
              <a:defRPr sz="1125" b="1">
                <a:solidFill>
                  <a:srgbClr val="199B67"/>
                </a:solidFill>
              </a:defRPr>
            </a:lvl7pPr>
            <a:lvl8pPr algn="l">
              <a:defRPr sz="1125" b="1">
                <a:solidFill>
                  <a:srgbClr val="199B67"/>
                </a:solidFill>
              </a:defRPr>
            </a:lvl8pPr>
            <a:lvl9pPr algn="l">
              <a:defRPr sz="1125" b="1">
                <a:solidFill>
                  <a:srgbClr val="199B67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99B67"/>
                </a:solidFill>
              </a:defRPr>
            </a:pPr>
            <a:r>
              <a:rPr sz="1125" b="1">
                <a:solidFill>
                  <a:srgbClr val="199B67"/>
                </a:solidFill>
              </a:rPr>
              <a:t>Local gateway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5A9FE-A12C-4C4B-B13A-3E759499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339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D6A7C"/>
                </a:solidFill>
              </a:defRPr>
            </a:defPPr>
            <a:lvl1pPr algn="l">
              <a:defRPr sz="1200" b="0">
                <a:solidFill>
                  <a:srgbClr val="5D6A7C"/>
                </a:solidFill>
              </a:defRPr>
            </a:lvl1pPr>
            <a:lvl2pPr algn="l">
              <a:defRPr sz="1200" b="0">
                <a:solidFill>
                  <a:srgbClr val="5D6A7C"/>
                </a:solidFill>
              </a:defRPr>
            </a:lvl2pPr>
            <a:lvl3pPr algn="l">
              <a:defRPr sz="1200" b="0">
                <a:solidFill>
                  <a:srgbClr val="5D6A7C"/>
                </a:solidFill>
              </a:defRPr>
            </a:lvl3pPr>
            <a:lvl4pPr algn="l">
              <a:defRPr sz="1200" b="0">
                <a:solidFill>
                  <a:srgbClr val="5D6A7C"/>
                </a:solidFill>
              </a:defRPr>
            </a:lvl4pPr>
            <a:lvl5pPr algn="l">
              <a:defRPr sz="1200" b="0">
                <a:solidFill>
                  <a:srgbClr val="5D6A7C"/>
                </a:solidFill>
              </a:defRPr>
            </a:lvl5pPr>
            <a:lvl6pPr algn="l">
              <a:defRPr sz="1200" b="0">
                <a:solidFill>
                  <a:srgbClr val="5D6A7C"/>
                </a:solidFill>
              </a:defRPr>
            </a:lvl6pPr>
            <a:lvl7pPr algn="l">
              <a:defRPr sz="1200" b="0">
                <a:solidFill>
                  <a:srgbClr val="5D6A7C"/>
                </a:solidFill>
              </a:defRPr>
            </a:lvl7pPr>
            <a:lvl8pPr algn="l">
              <a:defRPr sz="1200" b="0">
                <a:solidFill>
                  <a:srgbClr val="5D6A7C"/>
                </a:solidFill>
              </a:defRPr>
            </a:lvl8pPr>
            <a:lvl9pPr algn="l">
              <a:defRPr sz="1200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D6A7C"/>
                </a:solidFill>
              </a:defRPr>
            </a:pPr>
            <a:r>
              <a:rPr sz="1200" b="0">
                <a:solidFill>
                  <a:srgbClr val="5D6A7C"/>
                </a:solidFill>
              </a:rPr>
              <a:t>POS  •  KDS  •  printer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56F004-BE80-474C-AE11-50554FE1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19400"/>
            <a:ext cx="285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0C6"/>
          </a:solidFill>
          <a:ln xmlns:a="http://schemas.openxmlformats.org/drawingml/2006/main" w="0">
            <a:solidFill>
              <a:srgbClr val="9EB0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56A577-62EF-4778-BE64-F43EEC4B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48050"/>
            <a:ext cx="33528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3EC"/>
          </a:solidFill>
          <a:ln xmlns:a="http://schemas.openxmlformats.org/drawingml/2006/main" w="9525">
            <a:solidFill>
              <a:srgbClr val="FFD5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121CE2-F2A1-4F2F-BCE5-8864DFB5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76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2542D"/>
                </a:solidFill>
              </a:defRPr>
            </a:defPPr>
            <a:lvl1pPr algn="l">
              <a:defRPr sz="900" b="1">
                <a:solidFill>
                  <a:srgbClr val="F2542D"/>
                </a:solidFill>
              </a:defRPr>
            </a:lvl1pPr>
            <a:lvl2pPr algn="l">
              <a:defRPr sz="900" b="1">
                <a:solidFill>
                  <a:srgbClr val="F2542D"/>
                </a:solidFill>
              </a:defRPr>
            </a:lvl2pPr>
            <a:lvl3pPr algn="l">
              <a:defRPr sz="900" b="1">
                <a:solidFill>
                  <a:srgbClr val="F2542D"/>
                </a:solidFill>
              </a:defRPr>
            </a:lvl3pPr>
            <a:lvl4pPr algn="l">
              <a:defRPr sz="900" b="1">
                <a:solidFill>
                  <a:srgbClr val="F2542D"/>
                </a:solidFill>
              </a:defRPr>
            </a:lvl4pPr>
            <a:lvl5pPr algn="l">
              <a:defRPr sz="900" b="1">
                <a:solidFill>
                  <a:srgbClr val="F2542D"/>
                </a:solidFill>
              </a:defRPr>
            </a:lvl5pPr>
            <a:lvl6pPr algn="l">
              <a:defRPr sz="900" b="1">
                <a:solidFill>
                  <a:srgbClr val="F2542D"/>
                </a:solidFill>
              </a:defRPr>
            </a:lvl6pPr>
            <a:lvl7pPr algn="l">
              <a:defRPr sz="900" b="1">
                <a:solidFill>
                  <a:srgbClr val="F2542D"/>
                </a:solidFill>
              </a:defRPr>
            </a:lvl7pPr>
            <a:lvl8pPr algn="l">
              <a:defRPr sz="900" b="1">
                <a:solidFill>
                  <a:srgbClr val="F2542D"/>
                </a:solidFill>
              </a:defRPr>
            </a:lvl8pPr>
            <a:lvl9pPr algn="l">
              <a:defRPr sz="90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2542D"/>
                </a:solidFill>
              </a:defRPr>
            </a:pPr>
            <a:r>
              <a:rPr sz="900" b="1">
                <a:solidFill>
                  <a:srgbClr val="F2542D"/>
                </a:solidFill>
              </a:rPr>
              <a:t>CAMPUS 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216627-AA7F-4626-9AFB-4088A176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814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82235"/>
                </a:solidFill>
              </a:defRPr>
            </a:defPPr>
            <a:lvl1pPr algn="l">
              <a:defRPr sz="1650" b="1">
                <a:solidFill>
                  <a:srgbClr val="182235"/>
                </a:solidFill>
              </a:defRPr>
            </a:lvl1pPr>
            <a:lvl2pPr algn="l">
              <a:defRPr sz="1650" b="1">
                <a:solidFill>
                  <a:srgbClr val="182235"/>
                </a:solidFill>
              </a:defRPr>
            </a:lvl2pPr>
            <a:lvl3pPr algn="l">
              <a:defRPr sz="1650" b="1">
                <a:solidFill>
                  <a:srgbClr val="182235"/>
                </a:solidFill>
              </a:defRPr>
            </a:lvl3pPr>
            <a:lvl4pPr algn="l">
              <a:defRPr sz="1650" b="1">
                <a:solidFill>
                  <a:srgbClr val="182235"/>
                </a:solidFill>
              </a:defRPr>
            </a:lvl4pPr>
            <a:lvl5pPr algn="l">
              <a:defRPr sz="1650" b="1">
                <a:solidFill>
                  <a:srgbClr val="182235"/>
                </a:solidFill>
              </a:defRPr>
            </a:lvl5pPr>
            <a:lvl6pPr algn="l">
              <a:defRPr sz="1650" b="1">
                <a:solidFill>
                  <a:srgbClr val="182235"/>
                </a:solidFill>
              </a:defRPr>
            </a:lvl6pPr>
            <a:lvl7pPr algn="l">
              <a:defRPr sz="1650" b="1">
                <a:solidFill>
                  <a:srgbClr val="182235"/>
                </a:solidFill>
              </a:defRPr>
            </a:lvl7pPr>
            <a:lvl8pPr algn="l">
              <a:defRPr sz="1650" b="1">
                <a:solidFill>
                  <a:srgbClr val="182235"/>
                </a:solidFill>
              </a:defRPr>
            </a:lvl8pPr>
            <a:lvl9pPr algn="l">
              <a:defRPr sz="16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82235"/>
                </a:solidFill>
              </a:defRPr>
            </a:pPr>
            <a:r>
              <a:rPr sz="1650" b="1">
                <a:solidFill>
                  <a:srgbClr val="182235"/>
                </a:solidFill>
              </a:rPr>
              <a:t>Hostel Canteen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14F2E6-9589-4A61-B8C8-75FA096C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33900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99B67"/>
                </a:solidFill>
              </a:defRPr>
            </a:defPPr>
            <a:lvl1pPr algn="l">
              <a:defRPr sz="1125" b="1">
                <a:solidFill>
                  <a:srgbClr val="199B67"/>
                </a:solidFill>
              </a:defRPr>
            </a:lvl1pPr>
            <a:lvl2pPr algn="l">
              <a:defRPr sz="1125" b="1">
                <a:solidFill>
                  <a:srgbClr val="199B67"/>
                </a:solidFill>
              </a:defRPr>
            </a:lvl2pPr>
            <a:lvl3pPr algn="l">
              <a:defRPr sz="1125" b="1">
                <a:solidFill>
                  <a:srgbClr val="199B67"/>
                </a:solidFill>
              </a:defRPr>
            </a:lvl3pPr>
            <a:lvl4pPr algn="l">
              <a:defRPr sz="1125" b="1">
                <a:solidFill>
                  <a:srgbClr val="199B67"/>
                </a:solidFill>
              </a:defRPr>
            </a:lvl4pPr>
            <a:lvl5pPr algn="l">
              <a:defRPr sz="1125" b="1">
                <a:solidFill>
                  <a:srgbClr val="199B67"/>
                </a:solidFill>
              </a:defRPr>
            </a:lvl5pPr>
            <a:lvl6pPr algn="l">
              <a:defRPr sz="1125" b="1">
                <a:solidFill>
                  <a:srgbClr val="199B67"/>
                </a:solidFill>
              </a:defRPr>
            </a:lvl6pPr>
            <a:lvl7pPr algn="l">
              <a:defRPr sz="1125" b="1">
                <a:solidFill>
                  <a:srgbClr val="199B67"/>
                </a:solidFill>
              </a:defRPr>
            </a:lvl7pPr>
            <a:lvl8pPr algn="l">
              <a:defRPr sz="1125" b="1">
                <a:solidFill>
                  <a:srgbClr val="199B67"/>
                </a:solidFill>
              </a:defRPr>
            </a:lvl8pPr>
            <a:lvl9pPr algn="l">
              <a:defRPr sz="1125" b="1">
                <a:solidFill>
                  <a:srgbClr val="199B67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99B67"/>
                </a:solidFill>
              </a:defRPr>
            </a:pPr>
            <a:r>
              <a:rPr sz="1125" b="1">
                <a:solidFill>
                  <a:srgbClr val="199B67"/>
                </a:solidFill>
              </a:rPr>
              <a:t>Local gateway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DEBAB0-03D7-4AF6-95FA-BF4EC3D4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9339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D6A7C"/>
                </a:solidFill>
              </a:defRPr>
            </a:defPPr>
            <a:lvl1pPr algn="l">
              <a:defRPr sz="1200" b="0">
                <a:solidFill>
                  <a:srgbClr val="5D6A7C"/>
                </a:solidFill>
              </a:defRPr>
            </a:lvl1pPr>
            <a:lvl2pPr algn="l">
              <a:defRPr sz="1200" b="0">
                <a:solidFill>
                  <a:srgbClr val="5D6A7C"/>
                </a:solidFill>
              </a:defRPr>
            </a:lvl2pPr>
            <a:lvl3pPr algn="l">
              <a:defRPr sz="1200" b="0">
                <a:solidFill>
                  <a:srgbClr val="5D6A7C"/>
                </a:solidFill>
              </a:defRPr>
            </a:lvl3pPr>
            <a:lvl4pPr algn="l">
              <a:defRPr sz="1200" b="0">
                <a:solidFill>
                  <a:srgbClr val="5D6A7C"/>
                </a:solidFill>
              </a:defRPr>
            </a:lvl4pPr>
            <a:lvl5pPr algn="l">
              <a:defRPr sz="1200" b="0">
                <a:solidFill>
                  <a:srgbClr val="5D6A7C"/>
                </a:solidFill>
              </a:defRPr>
            </a:lvl5pPr>
            <a:lvl6pPr algn="l">
              <a:defRPr sz="1200" b="0">
                <a:solidFill>
                  <a:srgbClr val="5D6A7C"/>
                </a:solidFill>
              </a:defRPr>
            </a:lvl6pPr>
            <a:lvl7pPr algn="l">
              <a:defRPr sz="1200" b="0">
                <a:solidFill>
                  <a:srgbClr val="5D6A7C"/>
                </a:solidFill>
              </a:defRPr>
            </a:lvl7pPr>
            <a:lvl8pPr algn="l">
              <a:defRPr sz="1200" b="0">
                <a:solidFill>
                  <a:srgbClr val="5D6A7C"/>
                </a:solidFill>
              </a:defRPr>
            </a:lvl8pPr>
            <a:lvl9pPr algn="l">
              <a:defRPr sz="1200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D6A7C"/>
                </a:solidFill>
              </a:defRPr>
            </a:pPr>
            <a:r>
              <a:rPr sz="1200" b="0">
                <a:solidFill>
                  <a:srgbClr val="5D6A7C"/>
                </a:solidFill>
              </a:rPr>
              <a:t>POS  •  KDS  •  printer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CA1577-786C-49D2-9185-FE8FE990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85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0C6"/>
          </a:solidFill>
          <a:ln xmlns:a="http://schemas.openxmlformats.org/drawingml/2006/main" w="0">
            <a:solidFill>
              <a:srgbClr val="9EB0C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9FD004-2ED2-4211-B8A9-73E25877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48050"/>
            <a:ext cx="33528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EE4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3FD54D-743E-4FCD-93D5-04BBD5D2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76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2542D"/>
                </a:solidFill>
              </a:defRPr>
            </a:defPPr>
            <a:lvl1pPr algn="l">
              <a:defRPr sz="900" b="1">
                <a:solidFill>
                  <a:srgbClr val="F2542D"/>
                </a:solidFill>
              </a:defRPr>
            </a:lvl1pPr>
            <a:lvl2pPr algn="l">
              <a:defRPr sz="900" b="1">
                <a:solidFill>
                  <a:srgbClr val="F2542D"/>
                </a:solidFill>
              </a:defRPr>
            </a:lvl2pPr>
            <a:lvl3pPr algn="l">
              <a:defRPr sz="900" b="1">
                <a:solidFill>
                  <a:srgbClr val="F2542D"/>
                </a:solidFill>
              </a:defRPr>
            </a:lvl3pPr>
            <a:lvl4pPr algn="l">
              <a:defRPr sz="900" b="1">
                <a:solidFill>
                  <a:srgbClr val="F2542D"/>
                </a:solidFill>
              </a:defRPr>
            </a:lvl4pPr>
            <a:lvl5pPr algn="l">
              <a:defRPr sz="900" b="1">
                <a:solidFill>
                  <a:srgbClr val="F2542D"/>
                </a:solidFill>
              </a:defRPr>
            </a:lvl5pPr>
            <a:lvl6pPr algn="l">
              <a:defRPr sz="900" b="1">
                <a:solidFill>
                  <a:srgbClr val="F2542D"/>
                </a:solidFill>
              </a:defRPr>
            </a:lvl6pPr>
            <a:lvl7pPr algn="l">
              <a:defRPr sz="900" b="1">
                <a:solidFill>
                  <a:srgbClr val="F2542D"/>
                </a:solidFill>
              </a:defRPr>
            </a:lvl7pPr>
            <a:lvl8pPr algn="l">
              <a:defRPr sz="900" b="1">
                <a:solidFill>
                  <a:srgbClr val="F2542D"/>
                </a:solidFill>
              </a:defRPr>
            </a:lvl8pPr>
            <a:lvl9pPr algn="l">
              <a:defRPr sz="90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2542D"/>
                </a:solidFill>
              </a:defRPr>
            </a:pPr>
            <a:r>
              <a:rPr sz="900" b="1">
                <a:solidFill>
                  <a:srgbClr val="F2542D"/>
                </a:solidFill>
              </a:rPr>
              <a:t>CAMPUS 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9C3794-FE3F-4EFF-A33D-1D1179E0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814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82235"/>
                </a:solidFill>
              </a:defRPr>
            </a:defPPr>
            <a:lvl1pPr algn="l">
              <a:defRPr sz="1650" b="1">
                <a:solidFill>
                  <a:srgbClr val="182235"/>
                </a:solidFill>
              </a:defRPr>
            </a:lvl1pPr>
            <a:lvl2pPr algn="l">
              <a:defRPr sz="1650" b="1">
                <a:solidFill>
                  <a:srgbClr val="182235"/>
                </a:solidFill>
              </a:defRPr>
            </a:lvl2pPr>
            <a:lvl3pPr algn="l">
              <a:defRPr sz="1650" b="1">
                <a:solidFill>
                  <a:srgbClr val="182235"/>
                </a:solidFill>
              </a:defRPr>
            </a:lvl3pPr>
            <a:lvl4pPr algn="l">
              <a:defRPr sz="1650" b="1">
                <a:solidFill>
                  <a:srgbClr val="182235"/>
                </a:solidFill>
              </a:defRPr>
            </a:lvl4pPr>
            <a:lvl5pPr algn="l">
              <a:defRPr sz="1650" b="1">
                <a:solidFill>
                  <a:srgbClr val="182235"/>
                </a:solidFill>
              </a:defRPr>
            </a:lvl5pPr>
            <a:lvl6pPr algn="l">
              <a:defRPr sz="1650" b="1">
                <a:solidFill>
                  <a:srgbClr val="182235"/>
                </a:solidFill>
              </a:defRPr>
            </a:lvl6pPr>
            <a:lvl7pPr algn="l">
              <a:defRPr sz="1650" b="1">
                <a:solidFill>
                  <a:srgbClr val="182235"/>
                </a:solidFill>
              </a:defRPr>
            </a:lvl7pPr>
            <a:lvl8pPr algn="l">
              <a:defRPr sz="1650" b="1">
                <a:solidFill>
                  <a:srgbClr val="182235"/>
                </a:solidFill>
              </a:defRPr>
            </a:lvl8pPr>
            <a:lvl9pPr algn="l">
              <a:defRPr sz="16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82235"/>
                </a:solidFill>
              </a:defRPr>
            </a:pPr>
            <a:r>
              <a:rPr sz="1650" b="1">
                <a:solidFill>
                  <a:srgbClr val="182235"/>
                </a:solidFill>
              </a:rPr>
              <a:t>Food Court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63C6CD-5894-40E3-956D-97C5F9CD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33900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99B67"/>
                </a:solidFill>
              </a:defRPr>
            </a:defPPr>
            <a:lvl1pPr algn="l">
              <a:defRPr sz="1125" b="1">
                <a:solidFill>
                  <a:srgbClr val="199B67"/>
                </a:solidFill>
              </a:defRPr>
            </a:lvl1pPr>
            <a:lvl2pPr algn="l">
              <a:defRPr sz="1125" b="1">
                <a:solidFill>
                  <a:srgbClr val="199B67"/>
                </a:solidFill>
              </a:defRPr>
            </a:lvl2pPr>
            <a:lvl3pPr algn="l">
              <a:defRPr sz="1125" b="1">
                <a:solidFill>
                  <a:srgbClr val="199B67"/>
                </a:solidFill>
              </a:defRPr>
            </a:lvl3pPr>
            <a:lvl4pPr algn="l">
              <a:defRPr sz="1125" b="1">
                <a:solidFill>
                  <a:srgbClr val="199B67"/>
                </a:solidFill>
              </a:defRPr>
            </a:lvl4pPr>
            <a:lvl5pPr algn="l">
              <a:defRPr sz="1125" b="1">
                <a:solidFill>
                  <a:srgbClr val="199B67"/>
                </a:solidFill>
              </a:defRPr>
            </a:lvl5pPr>
            <a:lvl6pPr algn="l">
              <a:defRPr sz="1125" b="1">
                <a:solidFill>
                  <a:srgbClr val="199B67"/>
                </a:solidFill>
              </a:defRPr>
            </a:lvl6pPr>
            <a:lvl7pPr algn="l">
              <a:defRPr sz="1125" b="1">
                <a:solidFill>
                  <a:srgbClr val="199B67"/>
                </a:solidFill>
              </a:defRPr>
            </a:lvl7pPr>
            <a:lvl8pPr algn="l">
              <a:defRPr sz="1125" b="1">
                <a:solidFill>
                  <a:srgbClr val="199B67"/>
                </a:solidFill>
              </a:defRPr>
            </a:lvl8pPr>
            <a:lvl9pPr algn="l">
              <a:defRPr sz="1125" b="1">
                <a:solidFill>
                  <a:srgbClr val="199B67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99B67"/>
                </a:solidFill>
              </a:defRPr>
            </a:pPr>
            <a:r>
              <a:rPr sz="1125" b="1">
                <a:solidFill>
                  <a:srgbClr val="199B67"/>
                </a:solidFill>
              </a:rPr>
              <a:t>Local gateway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962806-6144-4F87-9A6B-B2763119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339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D6A7C"/>
                </a:solidFill>
              </a:defRPr>
            </a:defPPr>
            <a:lvl1pPr algn="l">
              <a:defRPr sz="1200" b="0">
                <a:solidFill>
                  <a:srgbClr val="5D6A7C"/>
                </a:solidFill>
              </a:defRPr>
            </a:lvl1pPr>
            <a:lvl2pPr algn="l">
              <a:defRPr sz="1200" b="0">
                <a:solidFill>
                  <a:srgbClr val="5D6A7C"/>
                </a:solidFill>
              </a:defRPr>
            </a:lvl2pPr>
            <a:lvl3pPr algn="l">
              <a:defRPr sz="1200" b="0">
                <a:solidFill>
                  <a:srgbClr val="5D6A7C"/>
                </a:solidFill>
              </a:defRPr>
            </a:lvl3pPr>
            <a:lvl4pPr algn="l">
              <a:defRPr sz="1200" b="0">
                <a:solidFill>
                  <a:srgbClr val="5D6A7C"/>
                </a:solidFill>
              </a:defRPr>
            </a:lvl4pPr>
            <a:lvl5pPr algn="l">
              <a:defRPr sz="1200" b="0">
                <a:solidFill>
                  <a:srgbClr val="5D6A7C"/>
                </a:solidFill>
              </a:defRPr>
            </a:lvl5pPr>
            <a:lvl6pPr algn="l">
              <a:defRPr sz="1200" b="0">
                <a:solidFill>
                  <a:srgbClr val="5D6A7C"/>
                </a:solidFill>
              </a:defRPr>
            </a:lvl6pPr>
            <a:lvl7pPr algn="l">
              <a:defRPr sz="1200" b="0">
                <a:solidFill>
                  <a:srgbClr val="5D6A7C"/>
                </a:solidFill>
              </a:defRPr>
            </a:lvl7pPr>
            <a:lvl8pPr algn="l">
              <a:defRPr sz="1200" b="0">
                <a:solidFill>
                  <a:srgbClr val="5D6A7C"/>
                </a:solidFill>
              </a:defRPr>
            </a:lvl8pPr>
            <a:lvl9pPr algn="l">
              <a:defRPr sz="1200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D6A7C"/>
                </a:solidFill>
              </a:defRPr>
            </a:pPr>
            <a:r>
              <a:rPr sz="1200" b="0">
                <a:solidFill>
                  <a:srgbClr val="5D6A7C"/>
                </a:solidFill>
              </a:rPr>
              <a:t>POS  •  KDS  •  printer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C47F1D-2CCE-45CC-A33B-F110D9F2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19400"/>
            <a:ext cx="285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0C6"/>
          </a:solidFill>
          <a:ln xmlns:a="http://schemas.openxmlformats.org/drawingml/2006/main" w="0">
            <a:solidFill>
              <a:srgbClr val="9EB0C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A92356-3679-4C96-8EDE-F520CCA4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82235"/>
                </a:solidFill>
              </a:defRPr>
            </a:defPPr>
            <a:lvl1pPr algn="l">
              <a:defRPr sz="1350" b="1">
                <a:solidFill>
                  <a:srgbClr val="182235"/>
                </a:solidFill>
              </a:defRPr>
            </a:lvl1pPr>
            <a:lvl2pPr algn="l">
              <a:defRPr sz="1350" b="1">
                <a:solidFill>
                  <a:srgbClr val="182235"/>
                </a:solidFill>
              </a:defRPr>
            </a:lvl2pPr>
            <a:lvl3pPr algn="l">
              <a:defRPr sz="1350" b="1">
                <a:solidFill>
                  <a:srgbClr val="182235"/>
                </a:solidFill>
              </a:defRPr>
            </a:lvl3pPr>
            <a:lvl4pPr algn="l">
              <a:defRPr sz="1350" b="1">
                <a:solidFill>
                  <a:srgbClr val="182235"/>
                </a:solidFill>
              </a:defRPr>
            </a:lvl4pPr>
            <a:lvl5pPr algn="l">
              <a:defRPr sz="1350" b="1">
                <a:solidFill>
                  <a:srgbClr val="182235"/>
                </a:solidFill>
              </a:defRPr>
            </a:lvl5pPr>
            <a:lvl6pPr algn="l">
              <a:defRPr sz="1350" b="1">
                <a:solidFill>
                  <a:srgbClr val="182235"/>
                </a:solidFill>
              </a:defRPr>
            </a:lvl6pPr>
            <a:lvl7pPr algn="l">
              <a:defRPr sz="1350" b="1">
                <a:solidFill>
                  <a:srgbClr val="182235"/>
                </a:solidFill>
              </a:defRPr>
            </a:lvl7pPr>
            <a:lvl8pPr algn="l">
              <a:defRPr sz="1350" b="1">
                <a:solidFill>
                  <a:srgbClr val="182235"/>
                </a:solidFill>
              </a:defRPr>
            </a:lvl8pPr>
            <a:lvl9pPr algn="l">
              <a:defRPr sz="13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82235"/>
                </a:solidFill>
              </a:defRPr>
            </a:pPr>
            <a:r>
              <a:rPr sz="1350" b="1">
                <a:solidFill>
                  <a:srgbClr val="182235"/>
                </a:solidFill>
              </a:rPr>
              <a:t>Tenant-scoped data and permissions prevent one canteen from seeing or changing another canteen’s operation.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EF864E-C5F1-4EB9-96A5-3A5F5D31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95A0AF"/>
                </a:solidFill>
              </a:defRPr>
            </a:defPPr>
            <a:lvl1pPr algn="r">
              <a:defRPr sz="825" b="1">
                <a:solidFill>
                  <a:srgbClr val="95A0AF"/>
                </a:solidFill>
              </a:defRPr>
            </a:lvl1pPr>
            <a:lvl2pPr algn="r">
              <a:defRPr sz="825" b="1">
                <a:solidFill>
                  <a:srgbClr val="95A0AF"/>
                </a:solidFill>
              </a:defRPr>
            </a:lvl2pPr>
            <a:lvl3pPr algn="r">
              <a:defRPr sz="825" b="1">
                <a:solidFill>
                  <a:srgbClr val="95A0AF"/>
                </a:solidFill>
              </a:defRPr>
            </a:lvl3pPr>
            <a:lvl4pPr algn="r">
              <a:defRPr sz="825" b="1">
                <a:solidFill>
                  <a:srgbClr val="95A0AF"/>
                </a:solidFill>
              </a:defRPr>
            </a:lvl4pPr>
            <a:lvl5pPr algn="r">
              <a:defRPr sz="825" b="1">
                <a:solidFill>
                  <a:srgbClr val="95A0AF"/>
                </a:solidFill>
              </a:defRPr>
            </a:lvl5pPr>
            <a:lvl6pPr algn="r">
              <a:defRPr sz="825" b="1">
                <a:solidFill>
                  <a:srgbClr val="95A0AF"/>
                </a:solidFill>
              </a:defRPr>
            </a:lvl6pPr>
            <a:lvl7pPr algn="r">
              <a:defRPr sz="825" b="1">
                <a:solidFill>
                  <a:srgbClr val="95A0AF"/>
                </a:solidFill>
              </a:defRPr>
            </a:lvl7pPr>
            <a:lvl8pPr algn="r">
              <a:defRPr sz="825" b="1">
                <a:solidFill>
                  <a:srgbClr val="95A0AF"/>
                </a:solidFill>
              </a:defRPr>
            </a:lvl8pPr>
            <a:lvl9pPr algn="r">
              <a:defRPr sz="825" b="1">
                <a:solidFill>
                  <a:srgbClr val="95A0AF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95A0AF"/>
                </a:solidFill>
              </a:defRPr>
            </a:pPr>
            <a:r>
              <a:rPr sz="825" b="1">
                <a:solidFill>
                  <a:srgbClr val="95A0A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384407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132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0D2921-BD9C-45BF-9CC8-787F0D47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</a:defRPr>
            </a:defPPr>
            <a:lvl1pPr algn="l">
              <a:defRPr sz="2550" b="1">
                <a:solidFill>
                  <a:srgbClr val="FFFFFF"/>
                </a:solidFill>
              </a:defRPr>
            </a:lvl1pPr>
            <a:lvl2pPr algn="l">
              <a:defRPr sz="2550" b="1">
                <a:solidFill>
                  <a:srgbClr val="FFFFFF"/>
                </a:solidFill>
              </a:defRPr>
            </a:lvl2pPr>
            <a:lvl3pPr algn="l">
              <a:defRPr sz="2550" b="1">
                <a:solidFill>
                  <a:srgbClr val="FFFFFF"/>
                </a:solidFill>
              </a:defRPr>
            </a:lvl3pPr>
            <a:lvl4pPr algn="l">
              <a:defRPr sz="2550" b="1">
                <a:solidFill>
                  <a:srgbClr val="FFFFFF"/>
                </a:solidFill>
              </a:defRPr>
            </a:lvl4pPr>
            <a:lvl5pPr algn="l">
              <a:defRPr sz="2550" b="1">
                <a:solidFill>
                  <a:srgbClr val="FFFFFF"/>
                </a:solidFill>
              </a:defRPr>
            </a:lvl5pPr>
            <a:lvl6pPr algn="l">
              <a:defRPr sz="2550" b="1">
                <a:solidFill>
                  <a:srgbClr val="FFFFFF"/>
                </a:solidFill>
              </a:defRPr>
            </a:lvl6pPr>
            <a:lvl7pPr algn="l">
              <a:defRPr sz="2550" b="1">
                <a:solidFill>
                  <a:srgbClr val="FFFFFF"/>
                </a:solidFill>
              </a:defRPr>
            </a:lvl7pPr>
            <a:lvl8pPr algn="l">
              <a:defRPr sz="2550" b="1">
                <a:solidFill>
                  <a:srgbClr val="FFFFFF"/>
                </a:solidFill>
              </a:defRPr>
            </a:lvl8pPr>
            <a:lvl9pPr algn="l">
              <a:defRPr sz="25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Offline continuity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BB0B8-B8AC-47F0-89B0-CE8E1818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429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BAC6D5"/>
                </a:solidFill>
              </a:defRPr>
            </a:defPPr>
            <a:lvl1pPr algn="l">
              <a:defRPr sz="1275" b="0">
                <a:solidFill>
                  <a:srgbClr val="BAC6D5"/>
                </a:solidFill>
              </a:defRPr>
            </a:lvl1pPr>
            <a:lvl2pPr algn="l">
              <a:defRPr sz="1275" b="0">
                <a:solidFill>
                  <a:srgbClr val="BAC6D5"/>
                </a:solidFill>
              </a:defRPr>
            </a:lvl2pPr>
            <a:lvl3pPr algn="l">
              <a:defRPr sz="1275" b="0">
                <a:solidFill>
                  <a:srgbClr val="BAC6D5"/>
                </a:solidFill>
              </a:defRPr>
            </a:lvl3pPr>
            <a:lvl4pPr algn="l">
              <a:defRPr sz="1275" b="0">
                <a:solidFill>
                  <a:srgbClr val="BAC6D5"/>
                </a:solidFill>
              </a:defRPr>
            </a:lvl4pPr>
            <a:lvl5pPr algn="l">
              <a:defRPr sz="1275" b="0">
                <a:solidFill>
                  <a:srgbClr val="BAC6D5"/>
                </a:solidFill>
              </a:defRPr>
            </a:lvl5pPr>
            <a:lvl6pPr algn="l">
              <a:defRPr sz="1275" b="0">
                <a:solidFill>
                  <a:srgbClr val="BAC6D5"/>
                </a:solidFill>
              </a:defRPr>
            </a:lvl6pPr>
            <a:lvl7pPr algn="l">
              <a:defRPr sz="1275" b="0">
                <a:solidFill>
                  <a:srgbClr val="BAC6D5"/>
                </a:solidFill>
              </a:defRPr>
            </a:lvl7pPr>
            <a:lvl8pPr algn="l">
              <a:defRPr sz="1275" b="0">
                <a:solidFill>
                  <a:srgbClr val="BAC6D5"/>
                </a:solidFill>
              </a:defRPr>
            </a:lvl8pPr>
            <a:lvl9pPr algn="l">
              <a:defRPr sz="1275" b="0">
                <a:solidFill>
                  <a:srgbClr val="BAC6D5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AC6D5"/>
                </a:solidFill>
              </a:defRPr>
            </a:pPr>
            <a:r>
              <a:rPr sz="1275" b="0">
                <a:solidFill>
                  <a:srgbClr val="BAC6D5"/>
                </a:solidFill>
              </a:rPr>
              <a:t>The canteen keeps serving even when the campus internet drops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9B962-2321-4DE3-98E1-FBD3A8BC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762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FF8A52"/>
                </a:solidFill>
              </a:defRPr>
            </a:defPPr>
            <a:lvl1pPr algn="r">
              <a:defRPr sz="975" b="1">
                <a:solidFill>
                  <a:srgbClr val="FF8A52"/>
                </a:solidFill>
              </a:defRPr>
            </a:lvl1pPr>
            <a:lvl2pPr algn="r">
              <a:defRPr sz="975" b="1">
                <a:solidFill>
                  <a:srgbClr val="FF8A52"/>
                </a:solidFill>
              </a:defRPr>
            </a:lvl2pPr>
            <a:lvl3pPr algn="r">
              <a:defRPr sz="975" b="1">
                <a:solidFill>
                  <a:srgbClr val="FF8A52"/>
                </a:solidFill>
              </a:defRPr>
            </a:lvl3pPr>
            <a:lvl4pPr algn="r">
              <a:defRPr sz="975" b="1">
                <a:solidFill>
                  <a:srgbClr val="FF8A52"/>
                </a:solidFill>
              </a:defRPr>
            </a:lvl4pPr>
            <a:lvl5pPr algn="r">
              <a:defRPr sz="975" b="1">
                <a:solidFill>
                  <a:srgbClr val="FF8A52"/>
                </a:solidFill>
              </a:defRPr>
            </a:lvl5pPr>
            <a:lvl6pPr algn="r">
              <a:defRPr sz="975" b="1">
                <a:solidFill>
                  <a:srgbClr val="FF8A52"/>
                </a:solidFill>
              </a:defRPr>
            </a:lvl6pPr>
            <a:lvl7pPr algn="r">
              <a:defRPr sz="975" b="1">
                <a:solidFill>
                  <a:srgbClr val="FF8A52"/>
                </a:solidFill>
              </a:defRPr>
            </a:lvl7pPr>
            <a:lvl8pPr algn="r">
              <a:defRPr sz="975" b="1">
                <a:solidFill>
                  <a:srgbClr val="FF8A52"/>
                </a:solidFill>
              </a:defRPr>
            </a:lvl8pPr>
            <a:lvl9pPr algn="r">
              <a:defRPr sz="975" b="1">
                <a:solidFill>
                  <a:srgbClr val="FF8A52"/>
                </a:solidFill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FF8A52"/>
                </a:solidFill>
              </a:defRPr>
            </a:pPr>
            <a:r>
              <a:rPr sz="975" b="1">
                <a:solidFill>
                  <a:srgbClr val="FF8A52"/>
                </a:solidFill>
              </a:rPr>
              <a:t>MEALY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E2D83-E0A7-4DEC-A861-5C1E4BEE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0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</a:defRPr>
            </a:defPPr>
            <a:lvl1pPr algn="ctr">
              <a:defRPr sz="1425" b="1">
                <a:solidFill>
                  <a:srgbClr val="FFFFFF"/>
                </a:solidFill>
              </a:defRPr>
            </a:lvl1pPr>
            <a:lvl2pPr algn="ctr">
              <a:defRPr sz="1425" b="1">
                <a:solidFill>
                  <a:srgbClr val="FFFFFF"/>
                </a:solidFill>
              </a:defRPr>
            </a:lvl2pPr>
            <a:lvl3pPr algn="ctr">
              <a:defRPr sz="1425" b="1">
                <a:solidFill>
                  <a:srgbClr val="FFFFFF"/>
                </a:solidFill>
              </a:defRPr>
            </a:lvl3pPr>
            <a:lvl4pPr algn="ctr">
              <a:defRPr sz="1425" b="1">
                <a:solidFill>
                  <a:srgbClr val="FFFFFF"/>
                </a:solidFill>
              </a:defRPr>
            </a:lvl4pPr>
            <a:lvl5pPr algn="ctr">
              <a:defRPr sz="1425" b="1">
                <a:solidFill>
                  <a:srgbClr val="FFFFFF"/>
                </a:solidFill>
              </a:defRPr>
            </a:lvl5pPr>
            <a:lvl6pPr algn="ctr">
              <a:defRPr sz="1425" b="1">
                <a:solidFill>
                  <a:srgbClr val="FFFFFF"/>
                </a:solidFill>
              </a:defRPr>
            </a:lvl6pPr>
            <a:lvl7pPr algn="ctr">
              <a:defRPr sz="1425" b="1">
                <a:solidFill>
                  <a:srgbClr val="FFFFFF"/>
                </a:solidFill>
              </a:defRPr>
            </a:lvl7pPr>
            <a:lvl8pPr algn="ctr">
              <a:defRPr sz="1425" b="1">
                <a:solidFill>
                  <a:srgbClr val="FFFFFF"/>
                </a:solidFill>
              </a:defRPr>
            </a:lvl8pPr>
            <a:lvl9pPr algn="ctr">
              <a:defRPr sz="1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A1CD9-7857-4047-9801-B03AD626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581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</a:defRPr>
            </a:defPPr>
            <a:lvl1pPr algn="l">
              <a:defRPr sz="1425" b="1">
                <a:solidFill>
                  <a:srgbClr val="FFFFFF"/>
                </a:solidFill>
              </a:defRPr>
            </a:lvl1pPr>
            <a:lvl2pPr algn="l">
              <a:defRPr sz="1425" b="1">
                <a:solidFill>
                  <a:srgbClr val="FFFFFF"/>
                </a:solidFill>
              </a:defRPr>
            </a:lvl2pPr>
            <a:lvl3pPr algn="l">
              <a:defRPr sz="1425" b="1">
                <a:solidFill>
                  <a:srgbClr val="FFFFFF"/>
                </a:solidFill>
              </a:defRPr>
            </a:lvl3pPr>
            <a:lvl4pPr algn="l">
              <a:defRPr sz="1425" b="1">
                <a:solidFill>
                  <a:srgbClr val="FFFFFF"/>
                </a:solidFill>
              </a:defRPr>
            </a:lvl4pPr>
            <a:lvl5pPr algn="l">
              <a:defRPr sz="1425" b="1">
                <a:solidFill>
                  <a:srgbClr val="FFFFFF"/>
                </a:solidFill>
              </a:defRPr>
            </a:lvl5pPr>
            <a:lvl6pPr algn="l">
              <a:defRPr sz="1425" b="1">
                <a:solidFill>
                  <a:srgbClr val="FFFFFF"/>
                </a:solidFill>
              </a:defRPr>
            </a:lvl6pPr>
            <a:lvl7pPr algn="l">
              <a:defRPr sz="1425" b="1">
                <a:solidFill>
                  <a:srgbClr val="FFFFFF"/>
                </a:solidFill>
              </a:defRPr>
            </a:lvl7pPr>
            <a:lvl8pPr algn="l">
              <a:defRPr sz="1425" b="1">
                <a:solidFill>
                  <a:srgbClr val="FFFFFF"/>
                </a:solidFill>
              </a:defRPr>
            </a:lvl8pPr>
            <a:lvl9pPr algn="l">
              <a:defRPr sz="1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Internet available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AF0229-CB54-41DC-A836-1F03DAFF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240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C8D2DF"/>
                </a:solidFill>
              </a:defRPr>
            </a:defPPr>
            <a:lvl1pPr algn="l">
              <a:defRPr sz="1200" b="0">
                <a:solidFill>
                  <a:srgbClr val="C8D2DF"/>
                </a:solidFill>
              </a:defRPr>
            </a:lvl1pPr>
            <a:lvl2pPr algn="l">
              <a:defRPr sz="1200" b="0">
                <a:solidFill>
                  <a:srgbClr val="C8D2DF"/>
                </a:solidFill>
              </a:defRPr>
            </a:lvl2pPr>
            <a:lvl3pPr algn="l">
              <a:defRPr sz="1200" b="0">
                <a:solidFill>
                  <a:srgbClr val="C8D2DF"/>
                </a:solidFill>
              </a:defRPr>
            </a:lvl3pPr>
            <a:lvl4pPr algn="l">
              <a:defRPr sz="1200" b="0">
                <a:solidFill>
                  <a:srgbClr val="C8D2DF"/>
                </a:solidFill>
              </a:defRPr>
            </a:lvl4pPr>
            <a:lvl5pPr algn="l">
              <a:defRPr sz="1200" b="0">
                <a:solidFill>
                  <a:srgbClr val="C8D2DF"/>
                </a:solidFill>
              </a:defRPr>
            </a:lvl5pPr>
            <a:lvl6pPr algn="l">
              <a:defRPr sz="1200" b="0">
                <a:solidFill>
                  <a:srgbClr val="C8D2DF"/>
                </a:solidFill>
              </a:defRPr>
            </a:lvl6pPr>
            <a:lvl7pPr algn="l">
              <a:defRPr sz="1200" b="0">
                <a:solidFill>
                  <a:srgbClr val="C8D2DF"/>
                </a:solidFill>
              </a:defRPr>
            </a:lvl7pPr>
            <a:lvl8pPr algn="l">
              <a:defRPr sz="1200" b="0">
                <a:solidFill>
                  <a:srgbClr val="C8D2DF"/>
                </a:solidFill>
              </a:defRPr>
            </a:lvl8pPr>
            <a:lvl9pPr algn="l">
              <a:defRPr sz="1200" b="0">
                <a:solidFill>
                  <a:srgbClr val="C8D2DF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C8D2DF"/>
                </a:solidFill>
              </a:defRPr>
            </a:pPr>
            <a:r>
              <a:rPr sz="1200" b="0">
                <a:solidFill>
                  <a:srgbClr val="C8D2DF"/>
                </a:solidFill>
              </a:rPr>
              <a:t>Cloud sends accepted orders to the outlet gateway through an authenticated persistent connection.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42540-5F91-48AE-A9CE-C9ADC288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4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</a:defRPr>
            </a:defPPr>
            <a:lvl1pPr algn="ctr">
              <a:defRPr sz="1425" b="1">
                <a:solidFill>
                  <a:srgbClr val="FFFFFF"/>
                </a:solidFill>
              </a:defRPr>
            </a:lvl1pPr>
            <a:lvl2pPr algn="ctr">
              <a:defRPr sz="1425" b="1">
                <a:solidFill>
                  <a:srgbClr val="FFFFFF"/>
                </a:solidFill>
              </a:defRPr>
            </a:lvl2pPr>
            <a:lvl3pPr algn="ctr">
              <a:defRPr sz="1425" b="1">
                <a:solidFill>
                  <a:srgbClr val="FFFFFF"/>
                </a:solidFill>
              </a:defRPr>
            </a:lvl3pPr>
            <a:lvl4pPr algn="ctr">
              <a:defRPr sz="1425" b="1">
                <a:solidFill>
                  <a:srgbClr val="FFFFFF"/>
                </a:solidFill>
              </a:defRPr>
            </a:lvl4pPr>
            <a:lvl5pPr algn="ctr">
              <a:defRPr sz="1425" b="1">
                <a:solidFill>
                  <a:srgbClr val="FFFFFF"/>
                </a:solidFill>
              </a:defRPr>
            </a:lvl5pPr>
            <a:lvl6pPr algn="ctr">
              <a:defRPr sz="1425" b="1">
                <a:solidFill>
                  <a:srgbClr val="FFFFFF"/>
                </a:solidFill>
              </a:defRPr>
            </a:lvl6pPr>
            <a:lvl7pPr algn="ctr">
              <a:defRPr sz="1425" b="1">
                <a:solidFill>
                  <a:srgbClr val="FFFFFF"/>
                </a:solidFill>
              </a:defRPr>
            </a:lvl7pPr>
            <a:lvl8pPr algn="ctr">
              <a:defRPr sz="1425" b="1">
                <a:solidFill>
                  <a:srgbClr val="FFFFFF"/>
                </a:solidFill>
              </a:defRPr>
            </a:lvl8pPr>
            <a:lvl9pPr algn="ctr">
              <a:defRPr sz="1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61D7A4-5633-42B8-A03C-8D5080FB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860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</a:defRPr>
            </a:defPPr>
            <a:lvl1pPr algn="l">
              <a:defRPr sz="1425" b="1">
                <a:solidFill>
                  <a:srgbClr val="FFFFFF"/>
                </a:solidFill>
              </a:defRPr>
            </a:lvl1pPr>
            <a:lvl2pPr algn="l">
              <a:defRPr sz="1425" b="1">
                <a:solidFill>
                  <a:srgbClr val="FFFFFF"/>
                </a:solidFill>
              </a:defRPr>
            </a:lvl2pPr>
            <a:lvl3pPr algn="l">
              <a:defRPr sz="1425" b="1">
                <a:solidFill>
                  <a:srgbClr val="FFFFFF"/>
                </a:solidFill>
              </a:defRPr>
            </a:lvl3pPr>
            <a:lvl4pPr algn="l">
              <a:defRPr sz="1425" b="1">
                <a:solidFill>
                  <a:srgbClr val="FFFFFF"/>
                </a:solidFill>
              </a:defRPr>
            </a:lvl4pPr>
            <a:lvl5pPr algn="l">
              <a:defRPr sz="1425" b="1">
                <a:solidFill>
                  <a:srgbClr val="FFFFFF"/>
                </a:solidFill>
              </a:defRPr>
            </a:lvl5pPr>
            <a:lvl6pPr algn="l">
              <a:defRPr sz="1425" b="1">
                <a:solidFill>
                  <a:srgbClr val="FFFFFF"/>
                </a:solidFill>
              </a:defRPr>
            </a:lvl6pPr>
            <a:lvl7pPr algn="l">
              <a:defRPr sz="1425" b="1">
                <a:solidFill>
                  <a:srgbClr val="FFFFFF"/>
                </a:solidFill>
              </a:defRPr>
            </a:lvl7pPr>
            <a:lvl8pPr algn="l">
              <a:defRPr sz="1425" b="1">
                <a:solidFill>
                  <a:srgbClr val="FFFFFF"/>
                </a:solidFill>
              </a:defRPr>
            </a:lvl8pPr>
            <a:lvl9pPr algn="l">
              <a:defRPr sz="1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Connection lost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A2BE86-0083-41E4-803A-DBCDB905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289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C8D2DF"/>
                </a:solidFill>
              </a:defRPr>
            </a:defPPr>
            <a:lvl1pPr algn="l">
              <a:defRPr sz="1200" b="0">
                <a:solidFill>
                  <a:srgbClr val="C8D2DF"/>
                </a:solidFill>
              </a:defRPr>
            </a:lvl1pPr>
            <a:lvl2pPr algn="l">
              <a:defRPr sz="1200" b="0">
                <a:solidFill>
                  <a:srgbClr val="C8D2DF"/>
                </a:solidFill>
              </a:defRPr>
            </a:lvl2pPr>
            <a:lvl3pPr algn="l">
              <a:defRPr sz="1200" b="0">
                <a:solidFill>
                  <a:srgbClr val="C8D2DF"/>
                </a:solidFill>
              </a:defRPr>
            </a:lvl3pPr>
            <a:lvl4pPr algn="l">
              <a:defRPr sz="1200" b="0">
                <a:solidFill>
                  <a:srgbClr val="C8D2DF"/>
                </a:solidFill>
              </a:defRPr>
            </a:lvl4pPr>
            <a:lvl5pPr algn="l">
              <a:defRPr sz="1200" b="0">
                <a:solidFill>
                  <a:srgbClr val="C8D2DF"/>
                </a:solidFill>
              </a:defRPr>
            </a:lvl5pPr>
            <a:lvl6pPr algn="l">
              <a:defRPr sz="1200" b="0">
                <a:solidFill>
                  <a:srgbClr val="C8D2DF"/>
                </a:solidFill>
              </a:defRPr>
            </a:lvl6pPr>
            <a:lvl7pPr algn="l">
              <a:defRPr sz="1200" b="0">
                <a:solidFill>
                  <a:srgbClr val="C8D2DF"/>
                </a:solidFill>
              </a:defRPr>
            </a:lvl7pPr>
            <a:lvl8pPr algn="l">
              <a:defRPr sz="1200" b="0">
                <a:solidFill>
                  <a:srgbClr val="C8D2DF"/>
                </a:solidFill>
              </a:defRPr>
            </a:lvl8pPr>
            <a:lvl9pPr algn="l">
              <a:defRPr sz="1200" b="0">
                <a:solidFill>
                  <a:srgbClr val="C8D2DF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C8D2DF"/>
                </a:solidFill>
              </a:defRPr>
            </a:pPr>
            <a:r>
              <a:rPr sz="1200" b="0">
                <a:solidFill>
                  <a:srgbClr val="C8D2DF"/>
                </a:solidFill>
              </a:rPr>
              <a:t>POS, KDS and kitchen printing continue across the outlet’s local network. Cash counter orders remain available.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65546A-504C-4E1E-B9FC-9BB77D12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0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</a:defRPr>
            </a:defPPr>
            <a:lvl1pPr algn="ctr">
              <a:defRPr sz="1425" b="1">
                <a:solidFill>
                  <a:srgbClr val="FFFFFF"/>
                </a:solidFill>
              </a:defRPr>
            </a:lvl1pPr>
            <a:lvl2pPr algn="ctr">
              <a:defRPr sz="1425" b="1">
                <a:solidFill>
                  <a:srgbClr val="FFFFFF"/>
                </a:solidFill>
              </a:defRPr>
            </a:lvl2pPr>
            <a:lvl3pPr algn="ctr">
              <a:defRPr sz="1425" b="1">
                <a:solidFill>
                  <a:srgbClr val="FFFFFF"/>
                </a:solidFill>
              </a:defRPr>
            </a:lvl3pPr>
            <a:lvl4pPr algn="ctr">
              <a:defRPr sz="1425" b="1">
                <a:solidFill>
                  <a:srgbClr val="FFFFFF"/>
                </a:solidFill>
              </a:defRPr>
            </a:lvl4pPr>
            <a:lvl5pPr algn="ctr">
              <a:defRPr sz="1425" b="1">
                <a:solidFill>
                  <a:srgbClr val="FFFFFF"/>
                </a:solidFill>
              </a:defRPr>
            </a:lvl5pPr>
            <a:lvl6pPr algn="ctr">
              <a:defRPr sz="1425" b="1">
                <a:solidFill>
                  <a:srgbClr val="FFFFFF"/>
                </a:solidFill>
              </a:defRPr>
            </a:lvl6pPr>
            <a:lvl7pPr algn="ctr">
              <a:defRPr sz="1425" b="1">
                <a:solidFill>
                  <a:srgbClr val="FFFFFF"/>
                </a:solidFill>
              </a:defRPr>
            </a:lvl7pPr>
            <a:lvl8pPr algn="ctr">
              <a:defRPr sz="1425" b="1">
                <a:solidFill>
                  <a:srgbClr val="FFFFFF"/>
                </a:solidFill>
              </a:defRPr>
            </a:lvl8pPr>
            <a:lvl9pPr algn="ctr">
              <a:defRPr sz="1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621F73-B8F5-4BDF-BB58-2B1B2662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90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</a:defRPr>
            </a:defPPr>
            <a:lvl1pPr algn="l">
              <a:defRPr sz="1425" b="1">
                <a:solidFill>
                  <a:srgbClr val="FFFFFF"/>
                </a:solidFill>
              </a:defRPr>
            </a:lvl1pPr>
            <a:lvl2pPr algn="l">
              <a:defRPr sz="1425" b="1">
                <a:solidFill>
                  <a:srgbClr val="FFFFFF"/>
                </a:solidFill>
              </a:defRPr>
            </a:lvl2pPr>
            <a:lvl3pPr algn="l">
              <a:defRPr sz="1425" b="1">
                <a:solidFill>
                  <a:srgbClr val="FFFFFF"/>
                </a:solidFill>
              </a:defRPr>
            </a:lvl3pPr>
            <a:lvl4pPr algn="l">
              <a:defRPr sz="1425" b="1">
                <a:solidFill>
                  <a:srgbClr val="FFFFFF"/>
                </a:solidFill>
              </a:defRPr>
            </a:lvl4pPr>
            <a:lvl5pPr algn="l">
              <a:defRPr sz="1425" b="1">
                <a:solidFill>
                  <a:srgbClr val="FFFFFF"/>
                </a:solidFill>
              </a:defRPr>
            </a:lvl5pPr>
            <a:lvl6pPr algn="l">
              <a:defRPr sz="1425" b="1">
                <a:solidFill>
                  <a:srgbClr val="FFFFFF"/>
                </a:solidFill>
              </a:defRPr>
            </a:lvl6pPr>
            <a:lvl7pPr algn="l">
              <a:defRPr sz="1425" b="1">
                <a:solidFill>
                  <a:srgbClr val="FFFFFF"/>
                </a:solidFill>
              </a:defRPr>
            </a:lvl7pPr>
            <a:lvl8pPr algn="l">
              <a:defRPr sz="1425" b="1">
                <a:solidFill>
                  <a:srgbClr val="FFFFFF"/>
                </a:solidFill>
              </a:defRPr>
            </a:lvl8pPr>
            <a:lvl9pPr algn="l">
              <a:defRPr sz="1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Local persistence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8F69A3-8775-4EFC-8310-BA7F237B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338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C8D2DF"/>
                </a:solidFill>
              </a:defRPr>
            </a:defPPr>
            <a:lvl1pPr algn="l">
              <a:defRPr sz="1200" b="0">
                <a:solidFill>
                  <a:srgbClr val="C8D2DF"/>
                </a:solidFill>
              </a:defRPr>
            </a:lvl1pPr>
            <a:lvl2pPr algn="l">
              <a:defRPr sz="1200" b="0">
                <a:solidFill>
                  <a:srgbClr val="C8D2DF"/>
                </a:solidFill>
              </a:defRPr>
            </a:lvl2pPr>
            <a:lvl3pPr algn="l">
              <a:defRPr sz="1200" b="0">
                <a:solidFill>
                  <a:srgbClr val="C8D2DF"/>
                </a:solidFill>
              </a:defRPr>
            </a:lvl3pPr>
            <a:lvl4pPr algn="l">
              <a:defRPr sz="1200" b="0">
                <a:solidFill>
                  <a:srgbClr val="C8D2DF"/>
                </a:solidFill>
              </a:defRPr>
            </a:lvl4pPr>
            <a:lvl5pPr algn="l">
              <a:defRPr sz="1200" b="0">
                <a:solidFill>
                  <a:srgbClr val="C8D2DF"/>
                </a:solidFill>
              </a:defRPr>
            </a:lvl5pPr>
            <a:lvl6pPr algn="l">
              <a:defRPr sz="1200" b="0">
                <a:solidFill>
                  <a:srgbClr val="C8D2DF"/>
                </a:solidFill>
              </a:defRPr>
            </a:lvl6pPr>
            <a:lvl7pPr algn="l">
              <a:defRPr sz="1200" b="0">
                <a:solidFill>
                  <a:srgbClr val="C8D2DF"/>
                </a:solidFill>
              </a:defRPr>
            </a:lvl7pPr>
            <a:lvl8pPr algn="l">
              <a:defRPr sz="1200" b="0">
                <a:solidFill>
                  <a:srgbClr val="C8D2DF"/>
                </a:solidFill>
              </a:defRPr>
            </a:lvl8pPr>
            <a:lvl9pPr algn="l">
              <a:defRPr sz="1200" b="0">
                <a:solidFill>
                  <a:srgbClr val="C8D2DF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C8D2DF"/>
                </a:solidFill>
              </a:defRPr>
            </a:pPr>
            <a:r>
              <a:rPr sz="1200" b="0">
                <a:solidFill>
                  <a:srgbClr val="C8D2DF"/>
                </a:solidFill>
              </a:rPr>
              <a:t>The gateway stores orders and actions durably before showing or printing them.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B638CC-9285-4B4B-A01E-401062B1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149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0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</a:defRPr>
            </a:defPPr>
            <a:lvl1pPr algn="ctr">
              <a:defRPr sz="1425" b="1">
                <a:solidFill>
                  <a:srgbClr val="FFFFFF"/>
                </a:solidFill>
              </a:defRPr>
            </a:lvl1pPr>
            <a:lvl2pPr algn="ctr">
              <a:defRPr sz="1425" b="1">
                <a:solidFill>
                  <a:srgbClr val="FFFFFF"/>
                </a:solidFill>
              </a:defRPr>
            </a:lvl2pPr>
            <a:lvl3pPr algn="ctr">
              <a:defRPr sz="1425" b="1">
                <a:solidFill>
                  <a:srgbClr val="FFFFFF"/>
                </a:solidFill>
              </a:defRPr>
            </a:lvl3pPr>
            <a:lvl4pPr algn="ctr">
              <a:defRPr sz="1425" b="1">
                <a:solidFill>
                  <a:srgbClr val="FFFFFF"/>
                </a:solidFill>
              </a:defRPr>
            </a:lvl4pPr>
            <a:lvl5pPr algn="ctr">
              <a:defRPr sz="1425" b="1">
                <a:solidFill>
                  <a:srgbClr val="FFFFFF"/>
                </a:solidFill>
              </a:defRPr>
            </a:lvl5pPr>
            <a:lvl6pPr algn="ctr">
              <a:defRPr sz="1425" b="1">
                <a:solidFill>
                  <a:srgbClr val="FFFFFF"/>
                </a:solidFill>
              </a:defRPr>
            </a:lvl6pPr>
            <a:lvl7pPr algn="ctr">
              <a:defRPr sz="1425" b="1">
                <a:solidFill>
                  <a:srgbClr val="FFFFFF"/>
                </a:solidFill>
              </a:defRPr>
            </a:lvl7pPr>
            <a:lvl8pPr algn="ctr">
              <a:defRPr sz="1425" b="1">
                <a:solidFill>
                  <a:srgbClr val="FFFFFF"/>
                </a:solidFill>
              </a:defRPr>
            </a:lvl8pPr>
            <a:lvl9pPr algn="ctr">
              <a:defRPr sz="1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B08C38-A7FC-46AB-AAA9-6682795A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95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</a:defRPr>
            </a:defPPr>
            <a:lvl1pPr algn="l">
              <a:defRPr sz="1425" b="1">
                <a:solidFill>
                  <a:srgbClr val="FFFFFF"/>
                </a:solidFill>
              </a:defRPr>
            </a:lvl1pPr>
            <a:lvl2pPr algn="l">
              <a:defRPr sz="1425" b="1">
                <a:solidFill>
                  <a:srgbClr val="FFFFFF"/>
                </a:solidFill>
              </a:defRPr>
            </a:lvl2pPr>
            <a:lvl3pPr algn="l">
              <a:defRPr sz="1425" b="1">
                <a:solidFill>
                  <a:srgbClr val="FFFFFF"/>
                </a:solidFill>
              </a:defRPr>
            </a:lvl3pPr>
            <a:lvl4pPr algn="l">
              <a:defRPr sz="1425" b="1">
                <a:solidFill>
                  <a:srgbClr val="FFFFFF"/>
                </a:solidFill>
              </a:defRPr>
            </a:lvl4pPr>
            <a:lvl5pPr algn="l">
              <a:defRPr sz="1425" b="1">
                <a:solidFill>
                  <a:srgbClr val="FFFFFF"/>
                </a:solidFill>
              </a:defRPr>
            </a:lvl5pPr>
            <a:lvl6pPr algn="l">
              <a:defRPr sz="1425" b="1">
                <a:solidFill>
                  <a:srgbClr val="FFFFFF"/>
                </a:solidFill>
              </a:defRPr>
            </a:lvl6pPr>
            <a:lvl7pPr algn="l">
              <a:defRPr sz="1425" b="1">
                <a:solidFill>
                  <a:srgbClr val="FFFFFF"/>
                </a:solidFill>
              </a:defRPr>
            </a:lvl7pPr>
            <a:lvl8pPr algn="l">
              <a:defRPr sz="1425" b="1">
                <a:solidFill>
                  <a:srgbClr val="FFFFFF"/>
                </a:solidFill>
              </a:defRPr>
            </a:lvl8pPr>
            <a:lvl9pPr algn="l">
              <a:defRPr sz="1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Connection restored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5A6E9B-6581-4A83-ACE3-FF74976D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387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C8D2DF"/>
                </a:solidFill>
              </a:defRPr>
            </a:defPPr>
            <a:lvl1pPr algn="l">
              <a:defRPr sz="1200" b="0">
                <a:solidFill>
                  <a:srgbClr val="C8D2DF"/>
                </a:solidFill>
              </a:defRPr>
            </a:lvl1pPr>
            <a:lvl2pPr algn="l">
              <a:defRPr sz="1200" b="0">
                <a:solidFill>
                  <a:srgbClr val="C8D2DF"/>
                </a:solidFill>
              </a:defRPr>
            </a:lvl2pPr>
            <a:lvl3pPr algn="l">
              <a:defRPr sz="1200" b="0">
                <a:solidFill>
                  <a:srgbClr val="C8D2DF"/>
                </a:solidFill>
              </a:defRPr>
            </a:lvl3pPr>
            <a:lvl4pPr algn="l">
              <a:defRPr sz="1200" b="0">
                <a:solidFill>
                  <a:srgbClr val="C8D2DF"/>
                </a:solidFill>
              </a:defRPr>
            </a:lvl4pPr>
            <a:lvl5pPr algn="l">
              <a:defRPr sz="1200" b="0">
                <a:solidFill>
                  <a:srgbClr val="C8D2DF"/>
                </a:solidFill>
              </a:defRPr>
            </a:lvl5pPr>
            <a:lvl6pPr algn="l">
              <a:defRPr sz="1200" b="0">
                <a:solidFill>
                  <a:srgbClr val="C8D2DF"/>
                </a:solidFill>
              </a:defRPr>
            </a:lvl6pPr>
            <a:lvl7pPr algn="l">
              <a:defRPr sz="1200" b="0">
                <a:solidFill>
                  <a:srgbClr val="C8D2DF"/>
                </a:solidFill>
              </a:defRPr>
            </a:lvl7pPr>
            <a:lvl8pPr algn="l">
              <a:defRPr sz="1200" b="0">
                <a:solidFill>
                  <a:srgbClr val="C8D2DF"/>
                </a:solidFill>
              </a:defRPr>
            </a:lvl8pPr>
            <a:lvl9pPr algn="l">
              <a:defRPr sz="1200" b="0">
                <a:solidFill>
                  <a:srgbClr val="C8D2DF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C8D2DF"/>
                </a:solidFill>
              </a:defRPr>
            </a:pPr>
            <a:r>
              <a:rPr sz="1200" b="0">
                <a:solidFill>
                  <a:srgbClr val="C8D2DF"/>
                </a:solidFill>
              </a:rPr>
              <a:t>Queued events upload idempotently. Sequence cursors replay anything the outlet missed.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41A38E-DB1E-4BD5-AC71-A7A567F8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029325"/>
            <a:ext cx="885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FC2AA"/>
                </a:solidFill>
              </a:defRPr>
            </a:defPPr>
            <a:lvl1pPr algn="l">
              <a:defRPr sz="1575" b="1">
                <a:solidFill>
                  <a:srgbClr val="FFC2AA"/>
                </a:solidFill>
              </a:defRPr>
            </a:lvl1pPr>
            <a:lvl2pPr algn="l">
              <a:defRPr sz="1575" b="1">
                <a:solidFill>
                  <a:srgbClr val="FFC2AA"/>
                </a:solidFill>
              </a:defRPr>
            </a:lvl2pPr>
            <a:lvl3pPr algn="l">
              <a:defRPr sz="1575" b="1">
                <a:solidFill>
                  <a:srgbClr val="FFC2AA"/>
                </a:solidFill>
              </a:defRPr>
            </a:lvl3pPr>
            <a:lvl4pPr algn="l">
              <a:defRPr sz="1575" b="1">
                <a:solidFill>
                  <a:srgbClr val="FFC2AA"/>
                </a:solidFill>
              </a:defRPr>
            </a:lvl4pPr>
            <a:lvl5pPr algn="l">
              <a:defRPr sz="1575" b="1">
                <a:solidFill>
                  <a:srgbClr val="FFC2AA"/>
                </a:solidFill>
              </a:defRPr>
            </a:lvl5pPr>
            <a:lvl6pPr algn="l">
              <a:defRPr sz="1575" b="1">
                <a:solidFill>
                  <a:srgbClr val="FFC2AA"/>
                </a:solidFill>
              </a:defRPr>
            </a:lvl6pPr>
            <a:lvl7pPr algn="l">
              <a:defRPr sz="1575" b="1">
                <a:solidFill>
                  <a:srgbClr val="FFC2AA"/>
                </a:solidFill>
              </a:defRPr>
            </a:lvl7pPr>
            <a:lvl8pPr algn="l">
              <a:defRPr sz="1575" b="1">
                <a:solidFill>
                  <a:srgbClr val="FFC2AA"/>
                </a:solidFill>
              </a:defRPr>
            </a:lvl8pPr>
            <a:lvl9pPr algn="l">
              <a:defRPr sz="1575" b="1">
                <a:solidFill>
                  <a:srgbClr val="FFC2AA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C2AA"/>
                </a:solidFill>
              </a:defRPr>
            </a:pPr>
            <a:r>
              <a:rPr sz="1575" b="1">
                <a:solidFill>
                  <a:srgbClr val="FFC2AA"/>
                </a:solidFill>
              </a:rPr>
              <a:t>The cashier never needs to choose between serving students and preserving data.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CC2269-EDAB-4091-B3F1-6B6090BF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95A0AF"/>
                </a:solidFill>
              </a:defRPr>
            </a:defPPr>
            <a:lvl1pPr algn="r">
              <a:defRPr sz="825" b="1">
                <a:solidFill>
                  <a:srgbClr val="95A0AF"/>
                </a:solidFill>
              </a:defRPr>
            </a:lvl1pPr>
            <a:lvl2pPr algn="r">
              <a:defRPr sz="825" b="1">
                <a:solidFill>
                  <a:srgbClr val="95A0AF"/>
                </a:solidFill>
              </a:defRPr>
            </a:lvl2pPr>
            <a:lvl3pPr algn="r">
              <a:defRPr sz="825" b="1">
                <a:solidFill>
                  <a:srgbClr val="95A0AF"/>
                </a:solidFill>
              </a:defRPr>
            </a:lvl3pPr>
            <a:lvl4pPr algn="r">
              <a:defRPr sz="825" b="1">
                <a:solidFill>
                  <a:srgbClr val="95A0AF"/>
                </a:solidFill>
              </a:defRPr>
            </a:lvl4pPr>
            <a:lvl5pPr algn="r">
              <a:defRPr sz="825" b="1">
                <a:solidFill>
                  <a:srgbClr val="95A0AF"/>
                </a:solidFill>
              </a:defRPr>
            </a:lvl5pPr>
            <a:lvl6pPr algn="r">
              <a:defRPr sz="825" b="1">
                <a:solidFill>
                  <a:srgbClr val="95A0AF"/>
                </a:solidFill>
              </a:defRPr>
            </a:lvl6pPr>
            <a:lvl7pPr algn="r">
              <a:defRPr sz="825" b="1">
                <a:solidFill>
                  <a:srgbClr val="95A0AF"/>
                </a:solidFill>
              </a:defRPr>
            </a:lvl7pPr>
            <a:lvl8pPr algn="r">
              <a:defRPr sz="825" b="1">
                <a:solidFill>
                  <a:srgbClr val="95A0AF"/>
                </a:solidFill>
              </a:defRPr>
            </a:lvl8pPr>
            <a:lvl9pPr algn="r">
              <a:defRPr sz="825" b="1">
                <a:solidFill>
                  <a:srgbClr val="95A0AF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95A0AF"/>
                </a:solidFill>
              </a:defRPr>
            </a:pPr>
            <a:r>
              <a:rPr sz="825" b="1">
                <a:solidFill>
                  <a:srgbClr val="95A0A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979205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F35F97-8113-44A1-9BA4-F69485FB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82235"/>
                </a:solidFill>
              </a:defRPr>
            </a:defPPr>
            <a:lvl1pPr algn="l">
              <a:defRPr sz="2550" b="1">
                <a:solidFill>
                  <a:srgbClr val="182235"/>
                </a:solidFill>
              </a:defRPr>
            </a:lvl1pPr>
            <a:lvl2pPr algn="l">
              <a:defRPr sz="2550" b="1">
                <a:solidFill>
                  <a:srgbClr val="182235"/>
                </a:solidFill>
              </a:defRPr>
            </a:lvl2pPr>
            <a:lvl3pPr algn="l">
              <a:defRPr sz="2550" b="1">
                <a:solidFill>
                  <a:srgbClr val="182235"/>
                </a:solidFill>
              </a:defRPr>
            </a:lvl3pPr>
            <a:lvl4pPr algn="l">
              <a:defRPr sz="2550" b="1">
                <a:solidFill>
                  <a:srgbClr val="182235"/>
                </a:solidFill>
              </a:defRPr>
            </a:lvl4pPr>
            <a:lvl5pPr algn="l">
              <a:defRPr sz="2550" b="1">
                <a:solidFill>
                  <a:srgbClr val="182235"/>
                </a:solidFill>
              </a:defRPr>
            </a:lvl5pPr>
            <a:lvl6pPr algn="l">
              <a:defRPr sz="2550" b="1">
                <a:solidFill>
                  <a:srgbClr val="182235"/>
                </a:solidFill>
              </a:defRPr>
            </a:lvl6pPr>
            <a:lvl7pPr algn="l">
              <a:defRPr sz="2550" b="1">
                <a:solidFill>
                  <a:srgbClr val="182235"/>
                </a:solidFill>
              </a:defRPr>
            </a:lvl7pPr>
            <a:lvl8pPr algn="l">
              <a:defRPr sz="2550" b="1">
                <a:solidFill>
                  <a:srgbClr val="182235"/>
                </a:solidFill>
              </a:defRPr>
            </a:lvl8pPr>
            <a:lvl9pPr algn="l">
              <a:defRPr sz="25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82235"/>
                </a:solidFill>
              </a:defRPr>
            </a:pPr>
            <a:r>
              <a:rPr sz="2550" b="1">
                <a:solidFill>
                  <a:srgbClr val="182235"/>
                </a:solidFill>
              </a:rPr>
              <a:t>Wait time responds to live outlet load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7E257-FBE8-4D96-BC79-0E7A05CD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4297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D6A7C"/>
                </a:solidFill>
              </a:defRPr>
            </a:defPPr>
            <a:lvl1pPr algn="l">
              <a:defRPr sz="1275" b="0">
                <a:solidFill>
                  <a:srgbClr val="5D6A7C"/>
                </a:solidFill>
              </a:defRPr>
            </a:lvl1pPr>
            <a:lvl2pPr algn="l">
              <a:defRPr sz="1275" b="0">
                <a:solidFill>
                  <a:srgbClr val="5D6A7C"/>
                </a:solidFill>
              </a:defRPr>
            </a:lvl2pPr>
            <a:lvl3pPr algn="l">
              <a:defRPr sz="1275" b="0">
                <a:solidFill>
                  <a:srgbClr val="5D6A7C"/>
                </a:solidFill>
              </a:defRPr>
            </a:lvl3pPr>
            <a:lvl4pPr algn="l">
              <a:defRPr sz="1275" b="0">
                <a:solidFill>
                  <a:srgbClr val="5D6A7C"/>
                </a:solidFill>
              </a:defRPr>
            </a:lvl4pPr>
            <a:lvl5pPr algn="l">
              <a:defRPr sz="1275" b="0">
                <a:solidFill>
                  <a:srgbClr val="5D6A7C"/>
                </a:solidFill>
              </a:defRPr>
            </a:lvl5pPr>
            <a:lvl6pPr algn="l">
              <a:defRPr sz="1275" b="0">
                <a:solidFill>
                  <a:srgbClr val="5D6A7C"/>
                </a:solidFill>
              </a:defRPr>
            </a:lvl6pPr>
            <a:lvl7pPr algn="l">
              <a:defRPr sz="1275" b="0">
                <a:solidFill>
                  <a:srgbClr val="5D6A7C"/>
                </a:solidFill>
              </a:defRPr>
            </a:lvl7pPr>
            <a:lvl8pPr algn="l">
              <a:defRPr sz="1275" b="0">
                <a:solidFill>
                  <a:srgbClr val="5D6A7C"/>
                </a:solidFill>
              </a:defRPr>
            </a:lvl8pPr>
            <a:lvl9pPr algn="l">
              <a:defRPr sz="1275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D6A7C"/>
                </a:solidFill>
              </a:defRPr>
            </a:pPr>
            <a:r>
              <a:rPr sz="1275" b="0">
                <a:solidFill>
                  <a:srgbClr val="5D6A7C"/>
                </a:solidFill>
              </a:rPr>
              <a:t>The current estimate stays transparent enough for staff and students to trust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5ED7FA-E317-43FE-82D2-29BF9B19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762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F2542D"/>
                </a:solidFill>
              </a:defRPr>
            </a:defPPr>
            <a:lvl1pPr algn="r">
              <a:defRPr sz="975" b="1">
                <a:solidFill>
                  <a:srgbClr val="F2542D"/>
                </a:solidFill>
              </a:defRPr>
            </a:lvl1pPr>
            <a:lvl2pPr algn="r">
              <a:defRPr sz="975" b="1">
                <a:solidFill>
                  <a:srgbClr val="F2542D"/>
                </a:solidFill>
              </a:defRPr>
            </a:lvl2pPr>
            <a:lvl3pPr algn="r">
              <a:defRPr sz="975" b="1">
                <a:solidFill>
                  <a:srgbClr val="F2542D"/>
                </a:solidFill>
              </a:defRPr>
            </a:lvl3pPr>
            <a:lvl4pPr algn="r">
              <a:defRPr sz="975" b="1">
                <a:solidFill>
                  <a:srgbClr val="F2542D"/>
                </a:solidFill>
              </a:defRPr>
            </a:lvl4pPr>
            <a:lvl5pPr algn="r">
              <a:defRPr sz="975" b="1">
                <a:solidFill>
                  <a:srgbClr val="F2542D"/>
                </a:solidFill>
              </a:defRPr>
            </a:lvl5pPr>
            <a:lvl6pPr algn="r">
              <a:defRPr sz="975" b="1">
                <a:solidFill>
                  <a:srgbClr val="F2542D"/>
                </a:solidFill>
              </a:defRPr>
            </a:lvl6pPr>
            <a:lvl7pPr algn="r">
              <a:defRPr sz="975" b="1">
                <a:solidFill>
                  <a:srgbClr val="F2542D"/>
                </a:solidFill>
              </a:defRPr>
            </a:lvl7pPr>
            <a:lvl8pPr algn="r">
              <a:defRPr sz="975" b="1">
                <a:solidFill>
                  <a:srgbClr val="F2542D"/>
                </a:solidFill>
              </a:defRPr>
            </a:lvl8pPr>
            <a:lvl9pPr algn="r">
              <a:defRPr sz="975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F2542D"/>
                </a:solidFill>
              </a:defRPr>
            </a:pPr>
            <a:r>
              <a:rPr sz="975" b="1">
                <a:solidFill>
                  <a:srgbClr val="F2542D"/>
                </a:solidFill>
              </a:rPr>
              <a:t>MEALY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99846D-7360-4E24-8030-B195C588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2542D"/>
                </a:solidFill>
              </a:defRPr>
            </a:defPPr>
            <a:lvl1pPr algn="l">
              <a:defRPr sz="900" b="1">
                <a:solidFill>
                  <a:srgbClr val="F2542D"/>
                </a:solidFill>
              </a:defRPr>
            </a:lvl1pPr>
            <a:lvl2pPr algn="l">
              <a:defRPr sz="900" b="1">
                <a:solidFill>
                  <a:srgbClr val="F2542D"/>
                </a:solidFill>
              </a:defRPr>
            </a:lvl2pPr>
            <a:lvl3pPr algn="l">
              <a:defRPr sz="900" b="1">
                <a:solidFill>
                  <a:srgbClr val="F2542D"/>
                </a:solidFill>
              </a:defRPr>
            </a:lvl3pPr>
            <a:lvl4pPr algn="l">
              <a:defRPr sz="900" b="1">
                <a:solidFill>
                  <a:srgbClr val="F2542D"/>
                </a:solidFill>
              </a:defRPr>
            </a:lvl4pPr>
            <a:lvl5pPr algn="l">
              <a:defRPr sz="900" b="1">
                <a:solidFill>
                  <a:srgbClr val="F2542D"/>
                </a:solidFill>
              </a:defRPr>
            </a:lvl5pPr>
            <a:lvl6pPr algn="l">
              <a:defRPr sz="900" b="1">
                <a:solidFill>
                  <a:srgbClr val="F2542D"/>
                </a:solidFill>
              </a:defRPr>
            </a:lvl6pPr>
            <a:lvl7pPr algn="l">
              <a:defRPr sz="900" b="1">
                <a:solidFill>
                  <a:srgbClr val="F2542D"/>
                </a:solidFill>
              </a:defRPr>
            </a:lvl7pPr>
            <a:lvl8pPr algn="l">
              <a:defRPr sz="900" b="1">
                <a:solidFill>
                  <a:srgbClr val="F2542D"/>
                </a:solidFill>
              </a:defRPr>
            </a:lvl8pPr>
            <a:lvl9pPr algn="l">
              <a:defRPr sz="90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2542D"/>
                </a:solidFill>
              </a:defRPr>
            </a:pPr>
            <a:r>
              <a:rPr sz="900" b="1">
                <a:solidFill>
                  <a:srgbClr val="F2542D"/>
                </a:solidFill>
              </a:rPr>
              <a:t>CURRENT LOGIC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DAC610-5446-40A9-BB14-68B5AC69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82235"/>
                </a:solidFill>
              </a:defRPr>
            </a:defPPr>
            <a:lvl1pPr algn="l">
              <a:defRPr sz="2250" b="1">
                <a:solidFill>
                  <a:srgbClr val="182235"/>
                </a:solidFill>
              </a:defRPr>
            </a:lvl1pPr>
            <a:lvl2pPr algn="l">
              <a:defRPr sz="2250" b="1">
                <a:solidFill>
                  <a:srgbClr val="182235"/>
                </a:solidFill>
              </a:defRPr>
            </a:lvl2pPr>
            <a:lvl3pPr algn="l">
              <a:defRPr sz="2250" b="1">
                <a:solidFill>
                  <a:srgbClr val="182235"/>
                </a:solidFill>
              </a:defRPr>
            </a:lvl3pPr>
            <a:lvl4pPr algn="l">
              <a:defRPr sz="2250" b="1">
                <a:solidFill>
                  <a:srgbClr val="182235"/>
                </a:solidFill>
              </a:defRPr>
            </a:lvl4pPr>
            <a:lvl5pPr algn="l">
              <a:defRPr sz="2250" b="1">
                <a:solidFill>
                  <a:srgbClr val="182235"/>
                </a:solidFill>
              </a:defRPr>
            </a:lvl5pPr>
            <a:lvl6pPr algn="l">
              <a:defRPr sz="2250" b="1">
                <a:solidFill>
                  <a:srgbClr val="182235"/>
                </a:solidFill>
              </a:defRPr>
            </a:lvl6pPr>
            <a:lvl7pPr algn="l">
              <a:defRPr sz="2250" b="1">
                <a:solidFill>
                  <a:srgbClr val="182235"/>
                </a:solidFill>
              </a:defRPr>
            </a:lvl7pPr>
            <a:lvl8pPr algn="l">
              <a:defRPr sz="2250" b="1">
                <a:solidFill>
                  <a:srgbClr val="182235"/>
                </a:solidFill>
              </a:defRPr>
            </a:lvl8pPr>
            <a:lvl9pPr algn="l">
              <a:defRPr sz="22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82235"/>
                </a:solidFill>
              </a:defRPr>
            </a:pPr>
            <a:r>
              <a:rPr sz="2250" b="1">
                <a:solidFill>
                  <a:srgbClr val="182235"/>
                </a:solidFill>
              </a:rPr>
              <a:t>Estimated wait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3F704-D85A-48A4-B20B-E772BE40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52625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F2542D"/>
                </a:solidFill>
              </a:defRPr>
            </a:defPPr>
            <a:lvl1pPr algn="ctr">
              <a:defRPr sz="2250" b="1">
                <a:solidFill>
                  <a:srgbClr val="F2542D"/>
                </a:solidFill>
              </a:defRPr>
            </a:lvl1pPr>
            <a:lvl2pPr algn="ctr">
              <a:defRPr sz="2250" b="1">
                <a:solidFill>
                  <a:srgbClr val="F2542D"/>
                </a:solidFill>
              </a:defRPr>
            </a:lvl2pPr>
            <a:lvl3pPr algn="ctr">
              <a:defRPr sz="2250" b="1">
                <a:solidFill>
                  <a:srgbClr val="F2542D"/>
                </a:solidFill>
              </a:defRPr>
            </a:lvl3pPr>
            <a:lvl4pPr algn="ctr">
              <a:defRPr sz="2250" b="1">
                <a:solidFill>
                  <a:srgbClr val="F2542D"/>
                </a:solidFill>
              </a:defRPr>
            </a:lvl4pPr>
            <a:lvl5pPr algn="ctr">
              <a:defRPr sz="2250" b="1">
                <a:solidFill>
                  <a:srgbClr val="F2542D"/>
                </a:solidFill>
              </a:defRPr>
            </a:lvl5pPr>
            <a:lvl6pPr algn="ctr">
              <a:defRPr sz="2250" b="1">
                <a:solidFill>
                  <a:srgbClr val="F2542D"/>
                </a:solidFill>
              </a:defRPr>
            </a:lvl6pPr>
            <a:lvl7pPr algn="ctr">
              <a:defRPr sz="2250" b="1">
                <a:solidFill>
                  <a:srgbClr val="F2542D"/>
                </a:solidFill>
              </a:defRPr>
            </a:lvl7pPr>
            <a:lvl8pPr algn="ctr">
              <a:defRPr sz="2250" b="1">
                <a:solidFill>
                  <a:srgbClr val="F2542D"/>
                </a:solidFill>
              </a:defRPr>
            </a:lvl8pPr>
            <a:lvl9pPr algn="ctr">
              <a:defRPr sz="225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2542D"/>
                </a:solidFill>
              </a:defRPr>
            </a:pPr>
            <a:r>
              <a:rPr sz="2250" b="1">
                <a:solidFill>
                  <a:srgbClr val="F2542D"/>
                </a:solidFill>
              </a:rPr>
              <a:t>=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997A0-92A6-4844-BD8F-D2694D83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09750"/>
            <a:ext cx="2667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4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AFEF45-D9E4-4277-90F3-E437AD21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431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82235"/>
                </a:solidFill>
              </a:defRPr>
            </a:defPPr>
            <a:lvl1pPr algn="ctr">
              <a:defRPr sz="1350" b="1">
                <a:solidFill>
                  <a:srgbClr val="182235"/>
                </a:solidFill>
              </a:defRPr>
            </a:lvl1pPr>
            <a:lvl2pPr algn="ctr">
              <a:defRPr sz="1350" b="1">
                <a:solidFill>
                  <a:srgbClr val="182235"/>
                </a:solidFill>
              </a:defRPr>
            </a:lvl2pPr>
            <a:lvl3pPr algn="ctr">
              <a:defRPr sz="1350" b="1">
                <a:solidFill>
                  <a:srgbClr val="182235"/>
                </a:solidFill>
              </a:defRPr>
            </a:lvl3pPr>
            <a:lvl4pPr algn="ctr">
              <a:defRPr sz="1350" b="1">
                <a:solidFill>
                  <a:srgbClr val="182235"/>
                </a:solidFill>
              </a:defRPr>
            </a:lvl4pPr>
            <a:lvl5pPr algn="ctr">
              <a:defRPr sz="1350" b="1">
                <a:solidFill>
                  <a:srgbClr val="182235"/>
                </a:solidFill>
              </a:defRPr>
            </a:lvl5pPr>
            <a:lvl6pPr algn="ctr">
              <a:defRPr sz="1350" b="1">
                <a:solidFill>
                  <a:srgbClr val="182235"/>
                </a:solidFill>
              </a:defRPr>
            </a:lvl6pPr>
            <a:lvl7pPr algn="ctr">
              <a:defRPr sz="1350" b="1">
                <a:solidFill>
                  <a:srgbClr val="182235"/>
                </a:solidFill>
              </a:defRPr>
            </a:lvl7pPr>
            <a:lvl8pPr algn="ctr">
              <a:defRPr sz="1350" b="1">
                <a:solidFill>
                  <a:srgbClr val="182235"/>
                </a:solidFill>
              </a:defRPr>
            </a:lvl8pPr>
            <a:lvl9pPr algn="ctr">
              <a:defRPr sz="13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82235"/>
                </a:solidFill>
              </a:defRPr>
            </a:pPr>
            <a:r>
              <a:rPr sz="1350" b="1">
                <a:solidFill>
                  <a:srgbClr val="182235"/>
                </a:solidFill>
              </a:rPr>
              <a:t>Outlet prep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3DFCE4-21D0-4494-A074-5471E13B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098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0">
                <a:solidFill>
                  <a:srgbClr val="5D6A7C"/>
                </a:solidFill>
              </a:defRPr>
            </a:defPPr>
            <a:lvl1pPr algn="ctr">
              <a:defRPr sz="975" b="0">
                <a:solidFill>
                  <a:srgbClr val="5D6A7C"/>
                </a:solidFill>
              </a:defRPr>
            </a:lvl1pPr>
            <a:lvl2pPr algn="ctr">
              <a:defRPr sz="975" b="0">
                <a:solidFill>
                  <a:srgbClr val="5D6A7C"/>
                </a:solidFill>
              </a:defRPr>
            </a:lvl2pPr>
            <a:lvl3pPr algn="ctr">
              <a:defRPr sz="975" b="0">
                <a:solidFill>
                  <a:srgbClr val="5D6A7C"/>
                </a:solidFill>
              </a:defRPr>
            </a:lvl3pPr>
            <a:lvl4pPr algn="ctr">
              <a:defRPr sz="975" b="0">
                <a:solidFill>
                  <a:srgbClr val="5D6A7C"/>
                </a:solidFill>
              </a:defRPr>
            </a:lvl4pPr>
            <a:lvl5pPr algn="ctr">
              <a:defRPr sz="975" b="0">
                <a:solidFill>
                  <a:srgbClr val="5D6A7C"/>
                </a:solidFill>
              </a:defRPr>
            </a:lvl5pPr>
            <a:lvl6pPr algn="ctr">
              <a:defRPr sz="975" b="0">
                <a:solidFill>
                  <a:srgbClr val="5D6A7C"/>
                </a:solidFill>
              </a:defRPr>
            </a:lvl6pPr>
            <a:lvl7pPr algn="ctr">
              <a:defRPr sz="975" b="0">
                <a:solidFill>
                  <a:srgbClr val="5D6A7C"/>
                </a:solidFill>
              </a:defRPr>
            </a:lvl7pPr>
            <a:lvl8pPr algn="ctr">
              <a:defRPr sz="975" b="0">
                <a:solidFill>
                  <a:srgbClr val="5D6A7C"/>
                </a:solidFill>
              </a:defRPr>
            </a:lvl8pPr>
            <a:lvl9pPr algn="ctr">
              <a:defRPr sz="975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5D6A7C"/>
                </a:solidFill>
              </a:defRPr>
            </a:pPr>
            <a:r>
              <a:rPr sz="975" b="0">
                <a:solidFill>
                  <a:srgbClr val="5D6A7C"/>
                </a:solidFill>
              </a:rPr>
              <a:t>configured per location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2B6027-6FEE-4BC4-895D-5FDFBDC3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52625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F2542D"/>
                </a:solidFill>
              </a:defRPr>
            </a:defPPr>
            <a:lvl1pPr algn="ctr">
              <a:defRPr sz="2250" b="1">
                <a:solidFill>
                  <a:srgbClr val="F2542D"/>
                </a:solidFill>
              </a:defRPr>
            </a:lvl1pPr>
            <a:lvl2pPr algn="ctr">
              <a:defRPr sz="2250" b="1">
                <a:solidFill>
                  <a:srgbClr val="F2542D"/>
                </a:solidFill>
              </a:defRPr>
            </a:lvl2pPr>
            <a:lvl3pPr algn="ctr">
              <a:defRPr sz="2250" b="1">
                <a:solidFill>
                  <a:srgbClr val="F2542D"/>
                </a:solidFill>
              </a:defRPr>
            </a:lvl3pPr>
            <a:lvl4pPr algn="ctr">
              <a:defRPr sz="2250" b="1">
                <a:solidFill>
                  <a:srgbClr val="F2542D"/>
                </a:solidFill>
              </a:defRPr>
            </a:lvl4pPr>
            <a:lvl5pPr algn="ctr">
              <a:defRPr sz="2250" b="1">
                <a:solidFill>
                  <a:srgbClr val="F2542D"/>
                </a:solidFill>
              </a:defRPr>
            </a:lvl5pPr>
            <a:lvl6pPr algn="ctr">
              <a:defRPr sz="2250" b="1">
                <a:solidFill>
                  <a:srgbClr val="F2542D"/>
                </a:solidFill>
              </a:defRPr>
            </a:lvl6pPr>
            <a:lvl7pPr algn="ctr">
              <a:defRPr sz="2250" b="1">
                <a:solidFill>
                  <a:srgbClr val="F2542D"/>
                </a:solidFill>
              </a:defRPr>
            </a:lvl7pPr>
            <a:lvl8pPr algn="ctr">
              <a:defRPr sz="2250" b="1">
                <a:solidFill>
                  <a:srgbClr val="F2542D"/>
                </a:solidFill>
              </a:defRPr>
            </a:lvl8pPr>
            <a:lvl9pPr algn="ctr">
              <a:defRPr sz="225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2542D"/>
                </a:solidFill>
              </a:defRPr>
            </a:pPr>
            <a:r>
              <a:rPr sz="2250" b="1">
                <a:solidFill>
                  <a:srgbClr val="F2542D"/>
                </a:solidFill>
              </a:rPr>
              <a:t>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0D39EA-6C24-457C-97B6-908790DC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809750"/>
            <a:ext cx="3333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4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7E2E3C-48F7-456C-851F-761A8E2A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431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82235"/>
                </a:solidFill>
              </a:defRPr>
            </a:defPPr>
            <a:lvl1pPr algn="ctr">
              <a:defRPr sz="1350" b="1">
                <a:solidFill>
                  <a:srgbClr val="182235"/>
                </a:solidFill>
              </a:defRPr>
            </a:lvl1pPr>
            <a:lvl2pPr algn="ctr">
              <a:defRPr sz="1350" b="1">
                <a:solidFill>
                  <a:srgbClr val="182235"/>
                </a:solidFill>
              </a:defRPr>
            </a:lvl2pPr>
            <a:lvl3pPr algn="ctr">
              <a:defRPr sz="1350" b="1">
                <a:solidFill>
                  <a:srgbClr val="182235"/>
                </a:solidFill>
              </a:defRPr>
            </a:lvl3pPr>
            <a:lvl4pPr algn="ctr">
              <a:defRPr sz="1350" b="1">
                <a:solidFill>
                  <a:srgbClr val="182235"/>
                </a:solidFill>
              </a:defRPr>
            </a:lvl4pPr>
            <a:lvl5pPr algn="ctr">
              <a:defRPr sz="1350" b="1">
                <a:solidFill>
                  <a:srgbClr val="182235"/>
                </a:solidFill>
              </a:defRPr>
            </a:lvl5pPr>
            <a:lvl6pPr algn="ctr">
              <a:defRPr sz="1350" b="1">
                <a:solidFill>
                  <a:srgbClr val="182235"/>
                </a:solidFill>
              </a:defRPr>
            </a:lvl6pPr>
            <a:lvl7pPr algn="ctr">
              <a:defRPr sz="1350" b="1">
                <a:solidFill>
                  <a:srgbClr val="182235"/>
                </a:solidFill>
              </a:defRPr>
            </a:lvl7pPr>
            <a:lvl8pPr algn="ctr">
              <a:defRPr sz="1350" b="1">
                <a:solidFill>
                  <a:srgbClr val="182235"/>
                </a:solidFill>
              </a:defRPr>
            </a:lvl8pPr>
            <a:lvl9pPr algn="ctr">
              <a:defRPr sz="13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82235"/>
                </a:solidFill>
              </a:defRPr>
            </a:pPr>
            <a:r>
              <a:rPr sz="1350" b="1">
                <a:solidFill>
                  <a:srgbClr val="182235"/>
                </a:solidFill>
              </a:rPr>
              <a:t>2 min per 6 active orders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D685C9-9F58-446C-87A0-04CAC354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098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0">
                <a:solidFill>
                  <a:srgbClr val="5D6A7C"/>
                </a:solidFill>
              </a:defRPr>
            </a:defPPr>
            <a:lvl1pPr algn="ctr">
              <a:defRPr sz="975" b="0">
                <a:solidFill>
                  <a:srgbClr val="5D6A7C"/>
                </a:solidFill>
              </a:defRPr>
            </a:lvl1pPr>
            <a:lvl2pPr algn="ctr">
              <a:defRPr sz="975" b="0">
                <a:solidFill>
                  <a:srgbClr val="5D6A7C"/>
                </a:solidFill>
              </a:defRPr>
            </a:lvl2pPr>
            <a:lvl3pPr algn="ctr">
              <a:defRPr sz="975" b="0">
                <a:solidFill>
                  <a:srgbClr val="5D6A7C"/>
                </a:solidFill>
              </a:defRPr>
            </a:lvl3pPr>
            <a:lvl4pPr algn="ctr">
              <a:defRPr sz="975" b="0">
                <a:solidFill>
                  <a:srgbClr val="5D6A7C"/>
                </a:solidFill>
              </a:defRPr>
            </a:lvl4pPr>
            <a:lvl5pPr algn="ctr">
              <a:defRPr sz="975" b="0">
                <a:solidFill>
                  <a:srgbClr val="5D6A7C"/>
                </a:solidFill>
              </a:defRPr>
            </a:lvl5pPr>
            <a:lvl6pPr algn="ctr">
              <a:defRPr sz="975" b="0">
                <a:solidFill>
                  <a:srgbClr val="5D6A7C"/>
                </a:solidFill>
              </a:defRPr>
            </a:lvl6pPr>
            <a:lvl7pPr algn="ctr">
              <a:defRPr sz="975" b="0">
                <a:solidFill>
                  <a:srgbClr val="5D6A7C"/>
                </a:solidFill>
              </a:defRPr>
            </a:lvl7pPr>
            <a:lvl8pPr algn="ctr">
              <a:defRPr sz="975" b="0">
                <a:solidFill>
                  <a:srgbClr val="5D6A7C"/>
                </a:solidFill>
              </a:defRPr>
            </a:lvl8pPr>
            <a:lvl9pPr algn="ctr">
              <a:defRPr sz="975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5D6A7C"/>
                </a:solidFill>
              </a:defRPr>
            </a:pPr>
            <a:r>
              <a:rPr sz="975" b="0">
                <a:solidFill>
                  <a:srgbClr val="5D6A7C"/>
                </a:solidFill>
              </a:rPr>
              <a:t>placed, confirmed or preparing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4D76DA-902A-4A6B-A4B5-7FF8A25E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99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D6A7C"/>
                </a:solidFill>
              </a:defRPr>
            </a:defPPr>
            <a:lvl1pPr algn="l">
              <a:defRPr sz="975" b="1">
                <a:solidFill>
                  <a:srgbClr val="5D6A7C"/>
                </a:solidFill>
              </a:defRPr>
            </a:lvl1pPr>
            <a:lvl2pPr algn="l">
              <a:defRPr sz="975" b="1">
                <a:solidFill>
                  <a:srgbClr val="5D6A7C"/>
                </a:solidFill>
              </a:defRPr>
            </a:lvl2pPr>
            <a:lvl3pPr algn="l">
              <a:defRPr sz="975" b="1">
                <a:solidFill>
                  <a:srgbClr val="5D6A7C"/>
                </a:solidFill>
              </a:defRPr>
            </a:lvl3pPr>
            <a:lvl4pPr algn="l">
              <a:defRPr sz="975" b="1">
                <a:solidFill>
                  <a:srgbClr val="5D6A7C"/>
                </a:solidFill>
              </a:defRPr>
            </a:lvl4pPr>
            <a:lvl5pPr algn="l">
              <a:defRPr sz="975" b="1">
                <a:solidFill>
                  <a:srgbClr val="5D6A7C"/>
                </a:solidFill>
              </a:defRPr>
            </a:lvl5pPr>
            <a:lvl6pPr algn="l">
              <a:defRPr sz="975" b="1">
                <a:solidFill>
                  <a:srgbClr val="5D6A7C"/>
                </a:solidFill>
              </a:defRPr>
            </a:lvl6pPr>
            <a:lvl7pPr algn="l">
              <a:defRPr sz="975" b="1">
                <a:solidFill>
                  <a:srgbClr val="5D6A7C"/>
                </a:solidFill>
              </a:defRPr>
            </a:lvl7pPr>
            <a:lvl8pPr algn="l">
              <a:defRPr sz="975" b="1">
                <a:solidFill>
                  <a:srgbClr val="5D6A7C"/>
                </a:solidFill>
              </a:defRPr>
            </a:lvl8pPr>
            <a:lvl9pPr algn="l">
              <a:defRPr sz="975" b="1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D6A7C"/>
                </a:solidFill>
              </a:defRPr>
            </a:pPr>
            <a:r>
              <a:rPr sz="975" b="1">
                <a:solidFill>
                  <a:srgbClr val="5D6A7C"/>
                </a:solidFill>
              </a:rPr>
              <a:t>ACTIVE ORDERS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612E84-FEDA-469D-B7DE-306FF10A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099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D6A7C"/>
                </a:solidFill>
              </a:defRPr>
            </a:defPPr>
            <a:lvl1pPr algn="l">
              <a:defRPr sz="975" b="1">
                <a:solidFill>
                  <a:srgbClr val="5D6A7C"/>
                </a:solidFill>
              </a:defRPr>
            </a:lvl1pPr>
            <a:lvl2pPr algn="l">
              <a:defRPr sz="975" b="1">
                <a:solidFill>
                  <a:srgbClr val="5D6A7C"/>
                </a:solidFill>
              </a:defRPr>
            </a:lvl2pPr>
            <a:lvl3pPr algn="l">
              <a:defRPr sz="975" b="1">
                <a:solidFill>
                  <a:srgbClr val="5D6A7C"/>
                </a:solidFill>
              </a:defRPr>
            </a:lvl3pPr>
            <a:lvl4pPr algn="l">
              <a:defRPr sz="975" b="1">
                <a:solidFill>
                  <a:srgbClr val="5D6A7C"/>
                </a:solidFill>
              </a:defRPr>
            </a:lvl4pPr>
            <a:lvl5pPr algn="l">
              <a:defRPr sz="975" b="1">
                <a:solidFill>
                  <a:srgbClr val="5D6A7C"/>
                </a:solidFill>
              </a:defRPr>
            </a:lvl5pPr>
            <a:lvl6pPr algn="l">
              <a:defRPr sz="975" b="1">
                <a:solidFill>
                  <a:srgbClr val="5D6A7C"/>
                </a:solidFill>
              </a:defRPr>
            </a:lvl6pPr>
            <a:lvl7pPr algn="l">
              <a:defRPr sz="975" b="1">
                <a:solidFill>
                  <a:srgbClr val="5D6A7C"/>
                </a:solidFill>
              </a:defRPr>
            </a:lvl7pPr>
            <a:lvl8pPr algn="l">
              <a:defRPr sz="975" b="1">
                <a:solidFill>
                  <a:srgbClr val="5D6A7C"/>
                </a:solidFill>
              </a:defRPr>
            </a:lvl8pPr>
            <a:lvl9pPr algn="l">
              <a:defRPr sz="975" b="1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D6A7C"/>
                </a:solidFill>
              </a:defRPr>
            </a:pPr>
            <a:r>
              <a:rPr sz="975" b="1">
                <a:solidFill>
                  <a:srgbClr val="5D6A7C"/>
                </a:solidFill>
              </a:rPr>
              <a:t>STUDENT ESTIMATE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55CB0E-19B7-46D8-B73C-B94948C2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54292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B1B68C-178B-4DC8-AC45-9D987CD7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82235"/>
                </a:solidFill>
              </a:defRPr>
            </a:defPPr>
            <a:lvl1pPr algn="l">
              <a:defRPr sz="1275" b="0">
                <a:solidFill>
                  <a:srgbClr val="182235"/>
                </a:solidFill>
              </a:defRPr>
            </a:lvl1pPr>
            <a:lvl2pPr algn="l">
              <a:defRPr sz="1275" b="0">
                <a:solidFill>
                  <a:srgbClr val="182235"/>
                </a:solidFill>
              </a:defRPr>
            </a:lvl2pPr>
            <a:lvl3pPr algn="l">
              <a:defRPr sz="1275" b="0">
                <a:solidFill>
                  <a:srgbClr val="182235"/>
                </a:solidFill>
              </a:defRPr>
            </a:lvl3pPr>
            <a:lvl4pPr algn="l">
              <a:defRPr sz="1275" b="0">
                <a:solidFill>
                  <a:srgbClr val="182235"/>
                </a:solidFill>
              </a:defRPr>
            </a:lvl4pPr>
            <a:lvl5pPr algn="l">
              <a:defRPr sz="1275" b="0">
                <a:solidFill>
                  <a:srgbClr val="182235"/>
                </a:solidFill>
              </a:defRPr>
            </a:lvl5pPr>
            <a:lvl6pPr algn="l">
              <a:defRPr sz="1275" b="0">
                <a:solidFill>
                  <a:srgbClr val="182235"/>
                </a:solidFill>
              </a:defRPr>
            </a:lvl6pPr>
            <a:lvl7pPr algn="l">
              <a:defRPr sz="1275" b="0">
                <a:solidFill>
                  <a:srgbClr val="182235"/>
                </a:solidFill>
              </a:defRPr>
            </a:lvl7pPr>
            <a:lvl8pPr algn="l">
              <a:defRPr sz="1275" b="0">
                <a:solidFill>
                  <a:srgbClr val="182235"/>
                </a:solidFill>
              </a:defRPr>
            </a:lvl8pPr>
            <a:lvl9pPr algn="l">
              <a:defRPr sz="1275" b="0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82235"/>
                </a:solidFill>
              </a:defRPr>
            </a:pPr>
            <a:r>
              <a:rPr sz="1275" b="0">
                <a:solidFill>
                  <a:srgbClr val="182235"/>
                </a:solidFill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41F4D1-E610-4E1A-A721-A350F9EF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623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82235"/>
                </a:solidFill>
              </a:defRPr>
            </a:defPPr>
            <a:lvl1pPr algn="l">
              <a:defRPr sz="1275" b="1">
                <a:solidFill>
                  <a:srgbClr val="182235"/>
                </a:solidFill>
              </a:defRPr>
            </a:lvl1pPr>
            <a:lvl2pPr algn="l">
              <a:defRPr sz="1275" b="1">
                <a:solidFill>
                  <a:srgbClr val="182235"/>
                </a:solidFill>
              </a:defRPr>
            </a:lvl2pPr>
            <a:lvl3pPr algn="l">
              <a:defRPr sz="1275" b="1">
                <a:solidFill>
                  <a:srgbClr val="182235"/>
                </a:solidFill>
              </a:defRPr>
            </a:lvl3pPr>
            <a:lvl4pPr algn="l">
              <a:defRPr sz="1275" b="1">
                <a:solidFill>
                  <a:srgbClr val="182235"/>
                </a:solidFill>
              </a:defRPr>
            </a:lvl4pPr>
            <a:lvl5pPr algn="l">
              <a:defRPr sz="1275" b="1">
                <a:solidFill>
                  <a:srgbClr val="182235"/>
                </a:solidFill>
              </a:defRPr>
            </a:lvl5pPr>
            <a:lvl6pPr algn="l">
              <a:defRPr sz="1275" b="1">
                <a:solidFill>
                  <a:srgbClr val="182235"/>
                </a:solidFill>
              </a:defRPr>
            </a:lvl6pPr>
            <a:lvl7pPr algn="l">
              <a:defRPr sz="1275" b="1">
                <a:solidFill>
                  <a:srgbClr val="182235"/>
                </a:solidFill>
              </a:defRPr>
            </a:lvl7pPr>
            <a:lvl8pPr algn="l">
              <a:defRPr sz="1275" b="1">
                <a:solidFill>
                  <a:srgbClr val="182235"/>
                </a:solidFill>
              </a:defRPr>
            </a:lvl8pPr>
            <a:lvl9pPr algn="l">
              <a:defRPr sz="1275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82235"/>
                </a:solidFill>
              </a:defRPr>
            </a:pPr>
            <a:r>
              <a:rPr sz="1275" b="1">
                <a:solidFill>
                  <a:srgbClr val="182235"/>
                </a:solidFill>
              </a:rPr>
              <a:t>10 min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988384-D995-46C1-8765-A64821149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719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82235"/>
                </a:solidFill>
              </a:defRPr>
            </a:defPPr>
            <a:lvl1pPr algn="l">
              <a:defRPr sz="1275" b="0">
                <a:solidFill>
                  <a:srgbClr val="182235"/>
                </a:solidFill>
              </a:defRPr>
            </a:lvl1pPr>
            <a:lvl2pPr algn="l">
              <a:defRPr sz="1275" b="0">
                <a:solidFill>
                  <a:srgbClr val="182235"/>
                </a:solidFill>
              </a:defRPr>
            </a:lvl2pPr>
            <a:lvl3pPr algn="l">
              <a:defRPr sz="1275" b="0">
                <a:solidFill>
                  <a:srgbClr val="182235"/>
                </a:solidFill>
              </a:defRPr>
            </a:lvl3pPr>
            <a:lvl4pPr algn="l">
              <a:defRPr sz="1275" b="0">
                <a:solidFill>
                  <a:srgbClr val="182235"/>
                </a:solidFill>
              </a:defRPr>
            </a:lvl4pPr>
            <a:lvl5pPr algn="l">
              <a:defRPr sz="1275" b="0">
                <a:solidFill>
                  <a:srgbClr val="182235"/>
                </a:solidFill>
              </a:defRPr>
            </a:lvl5pPr>
            <a:lvl6pPr algn="l">
              <a:defRPr sz="1275" b="0">
                <a:solidFill>
                  <a:srgbClr val="182235"/>
                </a:solidFill>
              </a:defRPr>
            </a:lvl6pPr>
            <a:lvl7pPr algn="l">
              <a:defRPr sz="1275" b="0">
                <a:solidFill>
                  <a:srgbClr val="182235"/>
                </a:solidFill>
              </a:defRPr>
            </a:lvl7pPr>
            <a:lvl8pPr algn="l">
              <a:defRPr sz="1275" b="0">
                <a:solidFill>
                  <a:srgbClr val="182235"/>
                </a:solidFill>
              </a:defRPr>
            </a:lvl8pPr>
            <a:lvl9pPr algn="l">
              <a:defRPr sz="1275" b="0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82235"/>
                </a:solidFill>
              </a:defRPr>
            </a:pPr>
            <a:r>
              <a:rPr sz="1275" b="0">
                <a:solidFill>
                  <a:srgbClr val="182235"/>
                </a:solidFill>
              </a:rPr>
              <a:t>1–6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EFB91-2EE4-4263-85B5-93D300E7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719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82235"/>
                </a:solidFill>
              </a:defRPr>
            </a:defPPr>
            <a:lvl1pPr algn="l">
              <a:defRPr sz="1275" b="1">
                <a:solidFill>
                  <a:srgbClr val="182235"/>
                </a:solidFill>
              </a:defRPr>
            </a:lvl1pPr>
            <a:lvl2pPr algn="l">
              <a:defRPr sz="1275" b="1">
                <a:solidFill>
                  <a:srgbClr val="182235"/>
                </a:solidFill>
              </a:defRPr>
            </a:lvl2pPr>
            <a:lvl3pPr algn="l">
              <a:defRPr sz="1275" b="1">
                <a:solidFill>
                  <a:srgbClr val="182235"/>
                </a:solidFill>
              </a:defRPr>
            </a:lvl3pPr>
            <a:lvl4pPr algn="l">
              <a:defRPr sz="1275" b="1">
                <a:solidFill>
                  <a:srgbClr val="182235"/>
                </a:solidFill>
              </a:defRPr>
            </a:lvl4pPr>
            <a:lvl5pPr algn="l">
              <a:defRPr sz="1275" b="1">
                <a:solidFill>
                  <a:srgbClr val="182235"/>
                </a:solidFill>
              </a:defRPr>
            </a:lvl5pPr>
            <a:lvl6pPr algn="l">
              <a:defRPr sz="1275" b="1">
                <a:solidFill>
                  <a:srgbClr val="182235"/>
                </a:solidFill>
              </a:defRPr>
            </a:lvl6pPr>
            <a:lvl7pPr algn="l">
              <a:defRPr sz="1275" b="1">
                <a:solidFill>
                  <a:srgbClr val="182235"/>
                </a:solidFill>
              </a:defRPr>
            </a:lvl7pPr>
            <a:lvl8pPr algn="l">
              <a:defRPr sz="1275" b="1">
                <a:solidFill>
                  <a:srgbClr val="182235"/>
                </a:solidFill>
              </a:defRPr>
            </a:lvl8pPr>
            <a:lvl9pPr algn="l">
              <a:defRPr sz="1275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82235"/>
                </a:solidFill>
              </a:defRPr>
            </a:pPr>
            <a:r>
              <a:rPr sz="1275" b="1">
                <a:solidFill>
                  <a:srgbClr val="182235"/>
                </a:solidFill>
              </a:rPr>
              <a:t>12 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208383-12B6-49CD-91B4-E027A5F3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54292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A4C7CB-6BA4-424A-8AFB-45FD3BEB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82235"/>
                </a:solidFill>
              </a:defRPr>
            </a:defPPr>
            <a:lvl1pPr algn="l">
              <a:defRPr sz="1275" b="0">
                <a:solidFill>
                  <a:srgbClr val="182235"/>
                </a:solidFill>
              </a:defRPr>
            </a:lvl1pPr>
            <a:lvl2pPr algn="l">
              <a:defRPr sz="1275" b="0">
                <a:solidFill>
                  <a:srgbClr val="182235"/>
                </a:solidFill>
              </a:defRPr>
            </a:lvl2pPr>
            <a:lvl3pPr algn="l">
              <a:defRPr sz="1275" b="0">
                <a:solidFill>
                  <a:srgbClr val="182235"/>
                </a:solidFill>
              </a:defRPr>
            </a:lvl3pPr>
            <a:lvl4pPr algn="l">
              <a:defRPr sz="1275" b="0">
                <a:solidFill>
                  <a:srgbClr val="182235"/>
                </a:solidFill>
              </a:defRPr>
            </a:lvl4pPr>
            <a:lvl5pPr algn="l">
              <a:defRPr sz="1275" b="0">
                <a:solidFill>
                  <a:srgbClr val="182235"/>
                </a:solidFill>
              </a:defRPr>
            </a:lvl5pPr>
            <a:lvl6pPr algn="l">
              <a:defRPr sz="1275" b="0">
                <a:solidFill>
                  <a:srgbClr val="182235"/>
                </a:solidFill>
              </a:defRPr>
            </a:lvl6pPr>
            <a:lvl7pPr algn="l">
              <a:defRPr sz="1275" b="0">
                <a:solidFill>
                  <a:srgbClr val="182235"/>
                </a:solidFill>
              </a:defRPr>
            </a:lvl7pPr>
            <a:lvl8pPr algn="l">
              <a:defRPr sz="1275" b="0">
                <a:solidFill>
                  <a:srgbClr val="182235"/>
                </a:solidFill>
              </a:defRPr>
            </a:lvl8pPr>
            <a:lvl9pPr algn="l">
              <a:defRPr sz="1275" b="0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82235"/>
                </a:solidFill>
              </a:defRPr>
            </a:pPr>
            <a:r>
              <a:rPr sz="1275" b="0">
                <a:solidFill>
                  <a:srgbClr val="182235"/>
                </a:solidFill>
              </a:rPr>
              <a:t>7–12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75F1F1-EDE3-4904-882E-79AEC5D0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3815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82235"/>
                </a:solidFill>
              </a:defRPr>
            </a:defPPr>
            <a:lvl1pPr algn="l">
              <a:defRPr sz="1275" b="1">
                <a:solidFill>
                  <a:srgbClr val="182235"/>
                </a:solidFill>
              </a:defRPr>
            </a:lvl1pPr>
            <a:lvl2pPr algn="l">
              <a:defRPr sz="1275" b="1">
                <a:solidFill>
                  <a:srgbClr val="182235"/>
                </a:solidFill>
              </a:defRPr>
            </a:lvl2pPr>
            <a:lvl3pPr algn="l">
              <a:defRPr sz="1275" b="1">
                <a:solidFill>
                  <a:srgbClr val="182235"/>
                </a:solidFill>
              </a:defRPr>
            </a:lvl3pPr>
            <a:lvl4pPr algn="l">
              <a:defRPr sz="1275" b="1">
                <a:solidFill>
                  <a:srgbClr val="182235"/>
                </a:solidFill>
              </a:defRPr>
            </a:lvl4pPr>
            <a:lvl5pPr algn="l">
              <a:defRPr sz="1275" b="1">
                <a:solidFill>
                  <a:srgbClr val="182235"/>
                </a:solidFill>
              </a:defRPr>
            </a:lvl5pPr>
            <a:lvl6pPr algn="l">
              <a:defRPr sz="1275" b="1">
                <a:solidFill>
                  <a:srgbClr val="182235"/>
                </a:solidFill>
              </a:defRPr>
            </a:lvl6pPr>
            <a:lvl7pPr algn="l">
              <a:defRPr sz="1275" b="1">
                <a:solidFill>
                  <a:srgbClr val="182235"/>
                </a:solidFill>
              </a:defRPr>
            </a:lvl7pPr>
            <a:lvl8pPr algn="l">
              <a:defRPr sz="1275" b="1">
                <a:solidFill>
                  <a:srgbClr val="182235"/>
                </a:solidFill>
              </a:defRPr>
            </a:lvl8pPr>
            <a:lvl9pPr algn="l">
              <a:defRPr sz="1275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82235"/>
                </a:solidFill>
              </a:defRPr>
            </a:pPr>
            <a:r>
              <a:rPr sz="1275" b="1">
                <a:solidFill>
                  <a:srgbClr val="182235"/>
                </a:solidFill>
              </a:rPr>
              <a:t>14 min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077B84-D3B0-4F15-B4F6-A823F96E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910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82235"/>
                </a:solidFill>
              </a:defRPr>
            </a:defPPr>
            <a:lvl1pPr algn="l">
              <a:defRPr sz="1275" b="1">
                <a:solidFill>
                  <a:srgbClr val="182235"/>
                </a:solidFill>
              </a:defRPr>
            </a:lvl1pPr>
            <a:lvl2pPr algn="l">
              <a:defRPr sz="1275" b="1">
                <a:solidFill>
                  <a:srgbClr val="182235"/>
                </a:solidFill>
              </a:defRPr>
            </a:lvl2pPr>
            <a:lvl3pPr algn="l">
              <a:defRPr sz="1275" b="1">
                <a:solidFill>
                  <a:srgbClr val="182235"/>
                </a:solidFill>
              </a:defRPr>
            </a:lvl3pPr>
            <a:lvl4pPr algn="l">
              <a:defRPr sz="1275" b="1">
                <a:solidFill>
                  <a:srgbClr val="182235"/>
                </a:solidFill>
              </a:defRPr>
            </a:lvl4pPr>
            <a:lvl5pPr algn="l">
              <a:defRPr sz="1275" b="1">
                <a:solidFill>
                  <a:srgbClr val="182235"/>
                </a:solidFill>
              </a:defRPr>
            </a:lvl5pPr>
            <a:lvl6pPr algn="l">
              <a:defRPr sz="1275" b="1">
                <a:solidFill>
                  <a:srgbClr val="182235"/>
                </a:solidFill>
              </a:defRPr>
            </a:lvl6pPr>
            <a:lvl7pPr algn="l">
              <a:defRPr sz="1275" b="1">
                <a:solidFill>
                  <a:srgbClr val="182235"/>
                </a:solidFill>
              </a:defRPr>
            </a:lvl7pPr>
            <a:lvl8pPr algn="l">
              <a:defRPr sz="1275" b="1">
                <a:solidFill>
                  <a:srgbClr val="182235"/>
                </a:solidFill>
              </a:defRPr>
            </a:lvl8pPr>
            <a:lvl9pPr algn="l">
              <a:defRPr sz="1275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82235"/>
                </a:solidFill>
              </a:defRPr>
            </a:pPr>
            <a:r>
              <a:rPr sz="1275" b="1">
                <a:solidFill>
                  <a:srgbClr val="182235"/>
                </a:solidFill>
              </a:rPr>
              <a:t>13–18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4BBE8B-67D6-450F-9D2D-F17FC04B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7910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F2542D"/>
                </a:solidFill>
              </a:defRPr>
            </a:defPPr>
            <a:lvl1pPr algn="l">
              <a:defRPr sz="1275" b="1">
                <a:solidFill>
                  <a:srgbClr val="F2542D"/>
                </a:solidFill>
              </a:defRPr>
            </a:lvl1pPr>
            <a:lvl2pPr algn="l">
              <a:defRPr sz="1275" b="1">
                <a:solidFill>
                  <a:srgbClr val="F2542D"/>
                </a:solidFill>
              </a:defRPr>
            </a:lvl2pPr>
            <a:lvl3pPr algn="l">
              <a:defRPr sz="1275" b="1">
                <a:solidFill>
                  <a:srgbClr val="F2542D"/>
                </a:solidFill>
              </a:defRPr>
            </a:lvl3pPr>
            <a:lvl4pPr algn="l">
              <a:defRPr sz="1275" b="1">
                <a:solidFill>
                  <a:srgbClr val="F2542D"/>
                </a:solidFill>
              </a:defRPr>
            </a:lvl4pPr>
            <a:lvl5pPr algn="l">
              <a:defRPr sz="1275" b="1">
                <a:solidFill>
                  <a:srgbClr val="F2542D"/>
                </a:solidFill>
              </a:defRPr>
            </a:lvl5pPr>
            <a:lvl6pPr algn="l">
              <a:defRPr sz="1275" b="1">
                <a:solidFill>
                  <a:srgbClr val="F2542D"/>
                </a:solidFill>
              </a:defRPr>
            </a:lvl6pPr>
            <a:lvl7pPr algn="l">
              <a:defRPr sz="1275" b="1">
                <a:solidFill>
                  <a:srgbClr val="F2542D"/>
                </a:solidFill>
              </a:defRPr>
            </a:lvl7pPr>
            <a:lvl8pPr algn="l">
              <a:defRPr sz="1275" b="1">
                <a:solidFill>
                  <a:srgbClr val="F2542D"/>
                </a:solidFill>
              </a:defRPr>
            </a:lvl8pPr>
            <a:lvl9pPr algn="l">
              <a:defRPr sz="1275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2542D"/>
                </a:solidFill>
              </a:defRPr>
            </a:pPr>
            <a:r>
              <a:rPr sz="1275" b="1">
                <a:solidFill>
                  <a:srgbClr val="F2542D"/>
                </a:solidFill>
              </a:rPr>
              <a:t>16 min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C83522-D702-49A5-BD0C-63B95AB0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54292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017940-A6D6-40B7-975A-977702E9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006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82235"/>
                </a:solidFill>
              </a:defRPr>
            </a:defPPr>
            <a:lvl1pPr algn="l">
              <a:defRPr sz="1275" b="0">
                <a:solidFill>
                  <a:srgbClr val="182235"/>
                </a:solidFill>
              </a:defRPr>
            </a:lvl1pPr>
            <a:lvl2pPr algn="l">
              <a:defRPr sz="1275" b="0">
                <a:solidFill>
                  <a:srgbClr val="182235"/>
                </a:solidFill>
              </a:defRPr>
            </a:lvl2pPr>
            <a:lvl3pPr algn="l">
              <a:defRPr sz="1275" b="0">
                <a:solidFill>
                  <a:srgbClr val="182235"/>
                </a:solidFill>
              </a:defRPr>
            </a:lvl3pPr>
            <a:lvl4pPr algn="l">
              <a:defRPr sz="1275" b="0">
                <a:solidFill>
                  <a:srgbClr val="182235"/>
                </a:solidFill>
              </a:defRPr>
            </a:lvl4pPr>
            <a:lvl5pPr algn="l">
              <a:defRPr sz="1275" b="0">
                <a:solidFill>
                  <a:srgbClr val="182235"/>
                </a:solidFill>
              </a:defRPr>
            </a:lvl5pPr>
            <a:lvl6pPr algn="l">
              <a:defRPr sz="1275" b="0">
                <a:solidFill>
                  <a:srgbClr val="182235"/>
                </a:solidFill>
              </a:defRPr>
            </a:lvl6pPr>
            <a:lvl7pPr algn="l">
              <a:defRPr sz="1275" b="0">
                <a:solidFill>
                  <a:srgbClr val="182235"/>
                </a:solidFill>
              </a:defRPr>
            </a:lvl7pPr>
            <a:lvl8pPr algn="l">
              <a:defRPr sz="1275" b="0">
                <a:solidFill>
                  <a:srgbClr val="182235"/>
                </a:solidFill>
              </a:defRPr>
            </a:lvl8pPr>
            <a:lvl9pPr algn="l">
              <a:defRPr sz="1275" b="0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82235"/>
                </a:solidFill>
              </a:defRPr>
            </a:pPr>
            <a:r>
              <a:rPr sz="1275" b="0">
                <a:solidFill>
                  <a:srgbClr val="182235"/>
                </a:solidFill>
              </a:rPr>
              <a:t>19–24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209B7B-9CD8-47E3-9613-317FBC4E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2006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82235"/>
                </a:solidFill>
              </a:defRPr>
            </a:defPPr>
            <a:lvl1pPr algn="l">
              <a:defRPr sz="1275" b="1">
                <a:solidFill>
                  <a:srgbClr val="182235"/>
                </a:solidFill>
              </a:defRPr>
            </a:lvl1pPr>
            <a:lvl2pPr algn="l">
              <a:defRPr sz="1275" b="1">
                <a:solidFill>
                  <a:srgbClr val="182235"/>
                </a:solidFill>
              </a:defRPr>
            </a:lvl2pPr>
            <a:lvl3pPr algn="l">
              <a:defRPr sz="1275" b="1">
                <a:solidFill>
                  <a:srgbClr val="182235"/>
                </a:solidFill>
              </a:defRPr>
            </a:lvl3pPr>
            <a:lvl4pPr algn="l">
              <a:defRPr sz="1275" b="1">
                <a:solidFill>
                  <a:srgbClr val="182235"/>
                </a:solidFill>
              </a:defRPr>
            </a:lvl4pPr>
            <a:lvl5pPr algn="l">
              <a:defRPr sz="1275" b="1">
                <a:solidFill>
                  <a:srgbClr val="182235"/>
                </a:solidFill>
              </a:defRPr>
            </a:lvl5pPr>
            <a:lvl6pPr algn="l">
              <a:defRPr sz="1275" b="1">
                <a:solidFill>
                  <a:srgbClr val="182235"/>
                </a:solidFill>
              </a:defRPr>
            </a:lvl6pPr>
            <a:lvl7pPr algn="l">
              <a:defRPr sz="1275" b="1">
                <a:solidFill>
                  <a:srgbClr val="182235"/>
                </a:solidFill>
              </a:defRPr>
            </a:lvl7pPr>
            <a:lvl8pPr algn="l">
              <a:defRPr sz="1275" b="1">
                <a:solidFill>
                  <a:srgbClr val="182235"/>
                </a:solidFill>
              </a:defRPr>
            </a:lvl8pPr>
            <a:lvl9pPr algn="l">
              <a:defRPr sz="1275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82235"/>
                </a:solidFill>
              </a:defRPr>
            </a:pPr>
            <a:r>
              <a:rPr sz="1275" b="1">
                <a:solidFill>
                  <a:srgbClr val="182235"/>
                </a:solidFill>
              </a:rPr>
              <a:t>18 min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958C68-C94A-4C20-B897-F3DC2B24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76600"/>
            <a:ext cx="371475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21324B"/>
          </a:solidFill>
          <a:ln xmlns:a="http://schemas.openxmlformats.org/drawingml/2006/main" w="9525">
            <a:solidFill>
              <a:srgbClr val="21324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AA5CC7-93D8-4C57-8AFA-23D3176F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337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FC2AA"/>
                </a:solidFill>
              </a:defRPr>
            </a:defPPr>
            <a:lvl1pPr algn="l">
              <a:defRPr sz="900" b="1">
                <a:solidFill>
                  <a:srgbClr val="FFC2AA"/>
                </a:solidFill>
              </a:defRPr>
            </a:lvl1pPr>
            <a:lvl2pPr algn="l">
              <a:defRPr sz="900" b="1">
                <a:solidFill>
                  <a:srgbClr val="FFC2AA"/>
                </a:solidFill>
              </a:defRPr>
            </a:lvl2pPr>
            <a:lvl3pPr algn="l">
              <a:defRPr sz="900" b="1">
                <a:solidFill>
                  <a:srgbClr val="FFC2AA"/>
                </a:solidFill>
              </a:defRPr>
            </a:lvl3pPr>
            <a:lvl4pPr algn="l">
              <a:defRPr sz="900" b="1">
                <a:solidFill>
                  <a:srgbClr val="FFC2AA"/>
                </a:solidFill>
              </a:defRPr>
            </a:lvl4pPr>
            <a:lvl5pPr algn="l">
              <a:defRPr sz="900" b="1">
                <a:solidFill>
                  <a:srgbClr val="FFC2AA"/>
                </a:solidFill>
              </a:defRPr>
            </a:lvl5pPr>
            <a:lvl6pPr algn="l">
              <a:defRPr sz="900" b="1">
                <a:solidFill>
                  <a:srgbClr val="FFC2AA"/>
                </a:solidFill>
              </a:defRPr>
            </a:lvl6pPr>
            <a:lvl7pPr algn="l">
              <a:defRPr sz="900" b="1">
                <a:solidFill>
                  <a:srgbClr val="FFC2AA"/>
                </a:solidFill>
              </a:defRPr>
            </a:lvl7pPr>
            <a:lvl8pPr algn="l">
              <a:defRPr sz="900" b="1">
                <a:solidFill>
                  <a:srgbClr val="FFC2AA"/>
                </a:solidFill>
              </a:defRPr>
            </a:lvl8pPr>
            <a:lvl9pPr algn="l">
              <a:defRPr sz="900" b="1">
                <a:solidFill>
                  <a:srgbClr val="FFC2AA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FC2AA"/>
                </a:solidFill>
              </a:defRPr>
            </a:pPr>
            <a:r>
              <a:rPr sz="900" b="1">
                <a:solidFill>
                  <a:srgbClr val="FFC2AA"/>
                </a:solidFill>
              </a:rPr>
              <a:t>WHAT CHANGES LIVE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009F82-7864-4DCE-83B4-9D98D7E8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100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542D"/>
          </a:solidFill>
          <a:ln xmlns:a="http://schemas.openxmlformats.org/drawingml/2006/main" w="0">
            <a:solidFill>
              <a:srgbClr val="F2542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AFE2DB-3E6E-424D-AD40-5B39D40D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0525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</a:defRPr>
            </a:defPPr>
            <a:lvl1pPr algn="l">
              <a:defRPr sz="1275" b="0">
                <a:solidFill>
                  <a:srgbClr val="FFFFFF"/>
                </a:solidFill>
              </a:defRPr>
            </a:lvl1pPr>
            <a:lvl2pPr algn="l">
              <a:defRPr sz="1275" b="0">
                <a:solidFill>
                  <a:srgbClr val="FFFFFF"/>
                </a:solidFill>
              </a:defRPr>
            </a:lvl2pPr>
            <a:lvl3pPr algn="l">
              <a:defRPr sz="1275" b="0">
                <a:solidFill>
                  <a:srgbClr val="FFFFFF"/>
                </a:solidFill>
              </a:defRPr>
            </a:lvl3pPr>
            <a:lvl4pPr algn="l">
              <a:defRPr sz="1275" b="0">
                <a:solidFill>
                  <a:srgbClr val="FFFFFF"/>
                </a:solidFill>
              </a:defRPr>
            </a:lvl4pPr>
            <a:lvl5pPr algn="l">
              <a:defRPr sz="1275" b="0">
                <a:solidFill>
                  <a:srgbClr val="FFFFFF"/>
                </a:solidFill>
              </a:defRPr>
            </a:lvl5pPr>
            <a:lvl6pPr algn="l">
              <a:defRPr sz="1275" b="0">
                <a:solidFill>
                  <a:srgbClr val="FFFFFF"/>
                </a:solidFill>
              </a:defRPr>
            </a:lvl6pPr>
            <a:lvl7pPr algn="l">
              <a:defRPr sz="1275" b="0">
                <a:solidFill>
                  <a:srgbClr val="FFFFFF"/>
                </a:solidFill>
              </a:defRPr>
            </a:lvl7pPr>
            <a:lvl8pPr algn="l">
              <a:defRPr sz="1275" b="0">
                <a:solidFill>
                  <a:srgbClr val="FFFFFF"/>
                </a:solidFill>
              </a:defRPr>
            </a:lvl8pPr>
            <a:lvl9pPr algn="l">
              <a:defRPr sz="12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New order raises active load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E2CA05-57EA-4CC0-BD07-74218DCF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95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542D"/>
          </a:solidFill>
          <a:ln xmlns:a="http://schemas.openxmlformats.org/drawingml/2006/main" w="0">
            <a:solidFill>
              <a:srgbClr val="F2542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B32262-BFB1-4C36-BFF5-BCD5DFAF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91025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</a:defRPr>
            </a:defPPr>
            <a:lvl1pPr algn="l">
              <a:defRPr sz="1275" b="0">
                <a:solidFill>
                  <a:srgbClr val="FFFFFF"/>
                </a:solidFill>
              </a:defRPr>
            </a:lvl1pPr>
            <a:lvl2pPr algn="l">
              <a:defRPr sz="1275" b="0">
                <a:solidFill>
                  <a:srgbClr val="FFFFFF"/>
                </a:solidFill>
              </a:defRPr>
            </a:lvl2pPr>
            <a:lvl3pPr algn="l">
              <a:defRPr sz="1275" b="0">
                <a:solidFill>
                  <a:srgbClr val="FFFFFF"/>
                </a:solidFill>
              </a:defRPr>
            </a:lvl3pPr>
            <a:lvl4pPr algn="l">
              <a:defRPr sz="1275" b="0">
                <a:solidFill>
                  <a:srgbClr val="FFFFFF"/>
                </a:solidFill>
              </a:defRPr>
            </a:lvl4pPr>
            <a:lvl5pPr algn="l">
              <a:defRPr sz="1275" b="0">
                <a:solidFill>
                  <a:srgbClr val="FFFFFF"/>
                </a:solidFill>
              </a:defRPr>
            </a:lvl5pPr>
            <a:lvl6pPr algn="l">
              <a:defRPr sz="1275" b="0">
                <a:solidFill>
                  <a:srgbClr val="FFFFFF"/>
                </a:solidFill>
              </a:defRPr>
            </a:lvl6pPr>
            <a:lvl7pPr algn="l">
              <a:defRPr sz="1275" b="0">
                <a:solidFill>
                  <a:srgbClr val="FFFFFF"/>
                </a:solidFill>
              </a:defRPr>
            </a:lvl7pPr>
            <a:lvl8pPr algn="l">
              <a:defRPr sz="1275" b="0">
                <a:solidFill>
                  <a:srgbClr val="FFFFFF"/>
                </a:solidFill>
              </a:defRPr>
            </a:lvl8pPr>
            <a:lvl9pPr algn="l">
              <a:defRPr sz="12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Kitchen readiness removes load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CA907C-D4A1-44E9-889E-1D7015B2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815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542D"/>
          </a:solidFill>
          <a:ln xmlns:a="http://schemas.openxmlformats.org/drawingml/2006/main" w="0">
            <a:solidFill>
              <a:srgbClr val="F2542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D750BE-C520-4394-9048-139161A0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87680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</a:defRPr>
            </a:defPPr>
            <a:lvl1pPr algn="l">
              <a:defRPr sz="1275" b="0">
                <a:solidFill>
                  <a:srgbClr val="FFFFFF"/>
                </a:solidFill>
              </a:defRPr>
            </a:lvl1pPr>
            <a:lvl2pPr algn="l">
              <a:defRPr sz="1275" b="0">
                <a:solidFill>
                  <a:srgbClr val="FFFFFF"/>
                </a:solidFill>
              </a:defRPr>
            </a:lvl2pPr>
            <a:lvl3pPr algn="l">
              <a:defRPr sz="1275" b="0">
                <a:solidFill>
                  <a:srgbClr val="FFFFFF"/>
                </a:solidFill>
              </a:defRPr>
            </a:lvl3pPr>
            <a:lvl4pPr algn="l">
              <a:defRPr sz="1275" b="0">
                <a:solidFill>
                  <a:srgbClr val="FFFFFF"/>
                </a:solidFill>
              </a:defRPr>
            </a:lvl4pPr>
            <a:lvl5pPr algn="l">
              <a:defRPr sz="1275" b="0">
                <a:solidFill>
                  <a:srgbClr val="FFFFFF"/>
                </a:solidFill>
              </a:defRPr>
            </a:lvl5pPr>
            <a:lvl6pPr algn="l">
              <a:defRPr sz="1275" b="0">
                <a:solidFill>
                  <a:srgbClr val="FFFFFF"/>
                </a:solidFill>
              </a:defRPr>
            </a:lvl6pPr>
            <a:lvl7pPr algn="l">
              <a:defRPr sz="1275" b="0">
                <a:solidFill>
                  <a:srgbClr val="FFFFFF"/>
                </a:solidFill>
              </a:defRPr>
            </a:lvl7pPr>
            <a:lvl8pPr algn="l">
              <a:defRPr sz="1275" b="0">
                <a:solidFill>
                  <a:srgbClr val="FFFFFF"/>
                </a:solidFill>
              </a:defRPr>
            </a:lvl8pPr>
            <a:lvl9pPr algn="l">
              <a:defRPr sz="12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Pickup slots expose remaining capacity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9F466A-C060-489C-BBAD-55924222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D6A7C"/>
                </a:solidFill>
              </a:defRPr>
            </a:defPPr>
            <a:lvl1pPr algn="l">
              <a:defRPr sz="1200" b="0">
                <a:solidFill>
                  <a:srgbClr val="5D6A7C"/>
                </a:solidFill>
              </a:defRPr>
            </a:lvl1pPr>
            <a:lvl2pPr algn="l">
              <a:defRPr sz="1200" b="0">
                <a:solidFill>
                  <a:srgbClr val="5D6A7C"/>
                </a:solidFill>
              </a:defRPr>
            </a:lvl2pPr>
            <a:lvl3pPr algn="l">
              <a:defRPr sz="1200" b="0">
                <a:solidFill>
                  <a:srgbClr val="5D6A7C"/>
                </a:solidFill>
              </a:defRPr>
            </a:lvl3pPr>
            <a:lvl4pPr algn="l">
              <a:defRPr sz="1200" b="0">
                <a:solidFill>
                  <a:srgbClr val="5D6A7C"/>
                </a:solidFill>
              </a:defRPr>
            </a:lvl4pPr>
            <a:lvl5pPr algn="l">
              <a:defRPr sz="1200" b="0">
                <a:solidFill>
                  <a:srgbClr val="5D6A7C"/>
                </a:solidFill>
              </a:defRPr>
            </a:lvl5pPr>
            <a:lvl6pPr algn="l">
              <a:defRPr sz="1200" b="0">
                <a:solidFill>
                  <a:srgbClr val="5D6A7C"/>
                </a:solidFill>
              </a:defRPr>
            </a:lvl6pPr>
            <a:lvl7pPr algn="l">
              <a:defRPr sz="1200" b="0">
                <a:solidFill>
                  <a:srgbClr val="5D6A7C"/>
                </a:solidFill>
              </a:defRPr>
            </a:lvl7pPr>
            <a:lvl8pPr algn="l">
              <a:defRPr sz="1200" b="0">
                <a:solidFill>
                  <a:srgbClr val="5D6A7C"/>
                </a:solidFill>
              </a:defRPr>
            </a:lvl8pPr>
            <a:lvl9pPr algn="l">
              <a:defRPr sz="1200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D6A7C"/>
                </a:solidFill>
              </a:defRPr>
            </a:pPr>
            <a:r>
              <a:rPr sz="1200" b="0">
                <a:solidFill>
                  <a:srgbClr val="5D6A7C"/>
                </a:solidFill>
              </a:rPr>
              <a:t>Next: learn dish and station preparation times from completed tickets.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267484-532A-4DDD-8CAF-EA6386F0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95A0AF"/>
                </a:solidFill>
              </a:defRPr>
            </a:defPPr>
            <a:lvl1pPr algn="r">
              <a:defRPr sz="825" b="1">
                <a:solidFill>
                  <a:srgbClr val="95A0AF"/>
                </a:solidFill>
              </a:defRPr>
            </a:lvl1pPr>
            <a:lvl2pPr algn="r">
              <a:defRPr sz="825" b="1">
                <a:solidFill>
                  <a:srgbClr val="95A0AF"/>
                </a:solidFill>
              </a:defRPr>
            </a:lvl2pPr>
            <a:lvl3pPr algn="r">
              <a:defRPr sz="825" b="1">
                <a:solidFill>
                  <a:srgbClr val="95A0AF"/>
                </a:solidFill>
              </a:defRPr>
            </a:lvl3pPr>
            <a:lvl4pPr algn="r">
              <a:defRPr sz="825" b="1">
                <a:solidFill>
                  <a:srgbClr val="95A0AF"/>
                </a:solidFill>
              </a:defRPr>
            </a:lvl4pPr>
            <a:lvl5pPr algn="r">
              <a:defRPr sz="825" b="1">
                <a:solidFill>
                  <a:srgbClr val="95A0AF"/>
                </a:solidFill>
              </a:defRPr>
            </a:lvl5pPr>
            <a:lvl6pPr algn="r">
              <a:defRPr sz="825" b="1">
                <a:solidFill>
                  <a:srgbClr val="95A0AF"/>
                </a:solidFill>
              </a:defRPr>
            </a:lvl6pPr>
            <a:lvl7pPr algn="r">
              <a:defRPr sz="825" b="1">
                <a:solidFill>
                  <a:srgbClr val="95A0AF"/>
                </a:solidFill>
              </a:defRPr>
            </a:lvl7pPr>
            <a:lvl8pPr algn="r">
              <a:defRPr sz="825" b="1">
                <a:solidFill>
                  <a:srgbClr val="95A0AF"/>
                </a:solidFill>
              </a:defRPr>
            </a:lvl8pPr>
            <a:lvl9pPr algn="r">
              <a:defRPr sz="825" b="1">
                <a:solidFill>
                  <a:srgbClr val="95A0AF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95A0AF"/>
                </a:solidFill>
              </a:defRPr>
            </a:pPr>
            <a:r>
              <a:rPr sz="825" b="1">
                <a:solidFill>
                  <a:srgbClr val="95A0AF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571682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A6B337-50AF-411B-95D2-A6FD51FF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82235"/>
                </a:solidFill>
              </a:defRPr>
            </a:defPPr>
            <a:lvl1pPr algn="l">
              <a:defRPr sz="2550" b="1">
                <a:solidFill>
                  <a:srgbClr val="182235"/>
                </a:solidFill>
              </a:defRPr>
            </a:lvl1pPr>
            <a:lvl2pPr algn="l">
              <a:defRPr sz="2550" b="1">
                <a:solidFill>
                  <a:srgbClr val="182235"/>
                </a:solidFill>
              </a:defRPr>
            </a:lvl2pPr>
            <a:lvl3pPr algn="l">
              <a:defRPr sz="2550" b="1">
                <a:solidFill>
                  <a:srgbClr val="182235"/>
                </a:solidFill>
              </a:defRPr>
            </a:lvl3pPr>
            <a:lvl4pPr algn="l">
              <a:defRPr sz="2550" b="1">
                <a:solidFill>
                  <a:srgbClr val="182235"/>
                </a:solidFill>
              </a:defRPr>
            </a:lvl4pPr>
            <a:lvl5pPr algn="l">
              <a:defRPr sz="2550" b="1">
                <a:solidFill>
                  <a:srgbClr val="182235"/>
                </a:solidFill>
              </a:defRPr>
            </a:lvl5pPr>
            <a:lvl6pPr algn="l">
              <a:defRPr sz="2550" b="1">
                <a:solidFill>
                  <a:srgbClr val="182235"/>
                </a:solidFill>
              </a:defRPr>
            </a:lvl6pPr>
            <a:lvl7pPr algn="l">
              <a:defRPr sz="2550" b="1">
                <a:solidFill>
                  <a:srgbClr val="182235"/>
                </a:solidFill>
              </a:defRPr>
            </a:lvl7pPr>
            <a:lvl8pPr algn="l">
              <a:defRPr sz="2550" b="1">
                <a:solidFill>
                  <a:srgbClr val="182235"/>
                </a:solidFill>
              </a:defRPr>
            </a:lvl8pPr>
            <a:lvl9pPr algn="l">
              <a:defRPr sz="25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82235"/>
                </a:solidFill>
              </a:defRPr>
            </a:pPr>
            <a:r>
              <a:rPr sz="2550" b="1">
                <a:solidFill>
                  <a:srgbClr val="182235"/>
                </a:solidFill>
              </a:rPr>
              <a:t>Tomorrow’s cooking plan learns from 28 days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427C7-0C05-4FAA-A98E-BA243433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4297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D6A7C"/>
                </a:solidFill>
              </a:defRPr>
            </a:defPPr>
            <a:lvl1pPr algn="l">
              <a:defRPr sz="1275" b="0">
                <a:solidFill>
                  <a:srgbClr val="5D6A7C"/>
                </a:solidFill>
              </a:defRPr>
            </a:lvl1pPr>
            <a:lvl2pPr algn="l">
              <a:defRPr sz="1275" b="0">
                <a:solidFill>
                  <a:srgbClr val="5D6A7C"/>
                </a:solidFill>
              </a:defRPr>
            </a:lvl2pPr>
            <a:lvl3pPr algn="l">
              <a:defRPr sz="1275" b="0">
                <a:solidFill>
                  <a:srgbClr val="5D6A7C"/>
                </a:solidFill>
              </a:defRPr>
            </a:lvl3pPr>
            <a:lvl4pPr algn="l">
              <a:defRPr sz="1275" b="0">
                <a:solidFill>
                  <a:srgbClr val="5D6A7C"/>
                </a:solidFill>
              </a:defRPr>
            </a:lvl4pPr>
            <a:lvl5pPr algn="l">
              <a:defRPr sz="1275" b="0">
                <a:solidFill>
                  <a:srgbClr val="5D6A7C"/>
                </a:solidFill>
              </a:defRPr>
            </a:lvl5pPr>
            <a:lvl6pPr algn="l">
              <a:defRPr sz="1275" b="0">
                <a:solidFill>
                  <a:srgbClr val="5D6A7C"/>
                </a:solidFill>
              </a:defRPr>
            </a:lvl6pPr>
            <a:lvl7pPr algn="l">
              <a:defRPr sz="1275" b="0">
                <a:solidFill>
                  <a:srgbClr val="5D6A7C"/>
                </a:solidFill>
              </a:defRPr>
            </a:lvl7pPr>
            <a:lvl8pPr algn="l">
              <a:defRPr sz="1275" b="0">
                <a:solidFill>
                  <a:srgbClr val="5D6A7C"/>
                </a:solidFill>
              </a:defRPr>
            </a:lvl8pPr>
            <a:lvl9pPr algn="l">
              <a:defRPr sz="1275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D6A7C"/>
                </a:solidFill>
              </a:defRPr>
            </a:pPr>
            <a:r>
              <a:rPr sz="1275" b="0">
                <a:solidFill>
                  <a:srgbClr val="5D6A7C"/>
                </a:solidFill>
              </a:rPr>
              <a:t>A lightweight ridge regression runs inside the backend with no separate ML server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A5144D-8FDB-4849-B504-6EB5ABB1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762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F2542D"/>
                </a:solidFill>
              </a:defRPr>
            </a:defPPr>
            <a:lvl1pPr algn="r">
              <a:defRPr sz="975" b="1">
                <a:solidFill>
                  <a:srgbClr val="F2542D"/>
                </a:solidFill>
              </a:defRPr>
            </a:lvl1pPr>
            <a:lvl2pPr algn="r">
              <a:defRPr sz="975" b="1">
                <a:solidFill>
                  <a:srgbClr val="F2542D"/>
                </a:solidFill>
              </a:defRPr>
            </a:lvl2pPr>
            <a:lvl3pPr algn="r">
              <a:defRPr sz="975" b="1">
                <a:solidFill>
                  <a:srgbClr val="F2542D"/>
                </a:solidFill>
              </a:defRPr>
            </a:lvl3pPr>
            <a:lvl4pPr algn="r">
              <a:defRPr sz="975" b="1">
                <a:solidFill>
                  <a:srgbClr val="F2542D"/>
                </a:solidFill>
              </a:defRPr>
            </a:lvl4pPr>
            <a:lvl5pPr algn="r">
              <a:defRPr sz="975" b="1">
                <a:solidFill>
                  <a:srgbClr val="F2542D"/>
                </a:solidFill>
              </a:defRPr>
            </a:lvl5pPr>
            <a:lvl6pPr algn="r">
              <a:defRPr sz="975" b="1">
                <a:solidFill>
                  <a:srgbClr val="F2542D"/>
                </a:solidFill>
              </a:defRPr>
            </a:lvl6pPr>
            <a:lvl7pPr algn="r">
              <a:defRPr sz="975" b="1">
                <a:solidFill>
                  <a:srgbClr val="F2542D"/>
                </a:solidFill>
              </a:defRPr>
            </a:lvl7pPr>
            <a:lvl8pPr algn="r">
              <a:defRPr sz="975" b="1">
                <a:solidFill>
                  <a:srgbClr val="F2542D"/>
                </a:solidFill>
              </a:defRPr>
            </a:lvl8pPr>
            <a:lvl9pPr algn="r">
              <a:defRPr sz="975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F2542D"/>
                </a:solidFill>
              </a:defRPr>
            </a:pPr>
            <a:r>
              <a:rPr sz="975" b="1">
                <a:solidFill>
                  <a:srgbClr val="F2542D"/>
                </a:solidFill>
              </a:rPr>
              <a:t>MEALY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F5AF1-D0BA-4201-BCEC-263BBC5E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EE4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1786D-ADFA-4679-97CD-24AAE46D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2542D"/>
                </a:solidFill>
              </a:defRPr>
            </a:defPPr>
            <a:lvl1pPr algn="l">
              <a:defRPr sz="900" b="1">
                <a:solidFill>
                  <a:srgbClr val="F2542D"/>
                </a:solidFill>
              </a:defRPr>
            </a:lvl1pPr>
            <a:lvl2pPr algn="l">
              <a:defRPr sz="900" b="1">
                <a:solidFill>
                  <a:srgbClr val="F2542D"/>
                </a:solidFill>
              </a:defRPr>
            </a:lvl2pPr>
            <a:lvl3pPr algn="l">
              <a:defRPr sz="900" b="1">
                <a:solidFill>
                  <a:srgbClr val="F2542D"/>
                </a:solidFill>
              </a:defRPr>
            </a:lvl3pPr>
            <a:lvl4pPr algn="l">
              <a:defRPr sz="900" b="1">
                <a:solidFill>
                  <a:srgbClr val="F2542D"/>
                </a:solidFill>
              </a:defRPr>
            </a:lvl4pPr>
            <a:lvl5pPr algn="l">
              <a:defRPr sz="900" b="1">
                <a:solidFill>
                  <a:srgbClr val="F2542D"/>
                </a:solidFill>
              </a:defRPr>
            </a:lvl5pPr>
            <a:lvl6pPr algn="l">
              <a:defRPr sz="900" b="1">
                <a:solidFill>
                  <a:srgbClr val="F2542D"/>
                </a:solidFill>
              </a:defRPr>
            </a:lvl6pPr>
            <a:lvl7pPr algn="l">
              <a:defRPr sz="900" b="1">
                <a:solidFill>
                  <a:srgbClr val="F2542D"/>
                </a:solidFill>
              </a:defRPr>
            </a:lvl7pPr>
            <a:lvl8pPr algn="l">
              <a:defRPr sz="900" b="1">
                <a:solidFill>
                  <a:srgbClr val="F2542D"/>
                </a:solidFill>
              </a:defRPr>
            </a:lvl8pPr>
            <a:lvl9pPr algn="l">
              <a:defRPr sz="90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2542D"/>
                </a:solidFill>
              </a:defRPr>
            </a:pPr>
            <a:r>
              <a:rPr sz="900" b="1">
                <a:solidFill>
                  <a:srgbClr val="F2542D"/>
                </a:solidFill>
              </a:rPr>
              <a:t>HISTORY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541D14-C992-44FE-AA2A-2BEDCAFB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1952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82235"/>
                </a:solidFill>
              </a:defRPr>
            </a:defPPr>
            <a:lvl1pPr algn="l">
              <a:defRPr sz="1350" b="1">
                <a:solidFill>
                  <a:srgbClr val="182235"/>
                </a:solidFill>
              </a:defRPr>
            </a:lvl1pPr>
            <a:lvl2pPr algn="l">
              <a:defRPr sz="1350" b="1">
                <a:solidFill>
                  <a:srgbClr val="182235"/>
                </a:solidFill>
              </a:defRPr>
            </a:lvl2pPr>
            <a:lvl3pPr algn="l">
              <a:defRPr sz="1350" b="1">
                <a:solidFill>
                  <a:srgbClr val="182235"/>
                </a:solidFill>
              </a:defRPr>
            </a:lvl3pPr>
            <a:lvl4pPr algn="l">
              <a:defRPr sz="1350" b="1">
                <a:solidFill>
                  <a:srgbClr val="182235"/>
                </a:solidFill>
              </a:defRPr>
            </a:lvl4pPr>
            <a:lvl5pPr algn="l">
              <a:defRPr sz="1350" b="1">
                <a:solidFill>
                  <a:srgbClr val="182235"/>
                </a:solidFill>
              </a:defRPr>
            </a:lvl5pPr>
            <a:lvl6pPr algn="l">
              <a:defRPr sz="1350" b="1">
                <a:solidFill>
                  <a:srgbClr val="182235"/>
                </a:solidFill>
              </a:defRPr>
            </a:lvl6pPr>
            <a:lvl7pPr algn="l">
              <a:defRPr sz="1350" b="1">
                <a:solidFill>
                  <a:srgbClr val="182235"/>
                </a:solidFill>
              </a:defRPr>
            </a:lvl7pPr>
            <a:lvl8pPr algn="l">
              <a:defRPr sz="1350" b="1">
                <a:solidFill>
                  <a:srgbClr val="182235"/>
                </a:solidFill>
              </a:defRPr>
            </a:lvl8pPr>
            <a:lvl9pPr algn="l">
              <a:defRPr sz="13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82235"/>
                </a:solidFill>
              </a:defRPr>
            </a:pPr>
            <a:r>
              <a:rPr sz="1350" b="1">
                <a:solidFill>
                  <a:srgbClr val="182235"/>
                </a:solidFill>
              </a:rPr>
              <a:t>Orders prepared</a:t>
            </a:r>
          </a:p>
          <a:p xmlns:a="http://schemas.openxmlformats.org/drawingml/2006/main">
            <a:pPr algn="l">
              <a:defRPr sz="1350" b="1">
                <a:solidFill>
                  <a:srgbClr val="182235"/>
                </a:solidFill>
              </a:defRPr>
            </a:pPr>
            <a:r>
              <a:rPr sz="1350" b="1">
                <a:solidFill>
                  <a:srgbClr val="182235"/>
                </a:solidFill>
              </a:rPr>
              <a:t>Leftover kg</a:t>
            </a:r>
          </a:p>
          <a:p xmlns:a="http://schemas.openxmlformats.org/drawingml/2006/main">
            <a:pPr algn="l">
              <a:defRPr sz="1350" b="1">
                <a:solidFill>
                  <a:srgbClr val="182235"/>
                </a:solidFill>
              </a:defRPr>
            </a:pPr>
            <a:r>
              <a:rPr sz="1350" b="1">
                <a:solidFill>
                  <a:srgbClr val="182235"/>
                </a:solidFill>
              </a:rPr>
              <a:t>Portion weight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2DA14-DF55-4F7D-92ED-85357073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333625"/>
            <a:ext cx="361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F2542D"/>
                </a:solidFill>
              </a:defRPr>
            </a:defPPr>
            <a:lvl1pPr algn="ctr">
              <a:defRPr sz="2550" b="1">
                <a:solidFill>
                  <a:srgbClr val="F2542D"/>
                </a:solidFill>
              </a:defRPr>
            </a:lvl1pPr>
            <a:lvl2pPr algn="ctr">
              <a:defRPr sz="2550" b="1">
                <a:solidFill>
                  <a:srgbClr val="F2542D"/>
                </a:solidFill>
              </a:defRPr>
            </a:lvl2pPr>
            <a:lvl3pPr algn="ctr">
              <a:defRPr sz="2550" b="1">
                <a:solidFill>
                  <a:srgbClr val="F2542D"/>
                </a:solidFill>
              </a:defRPr>
            </a:lvl3pPr>
            <a:lvl4pPr algn="ctr">
              <a:defRPr sz="2550" b="1">
                <a:solidFill>
                  <a:srgbClr val="F2542D"/>
                </a:solidFill>
              </a:defRPr>
            </a:lvl4pPr>
            <a:lvl5pPr algn="ctr">
              <a:defRPr sz="2550" b="1">
                <a:solidFill>
                  <a:srgbClr val="F2542D"/>
                </a:solidFill>
              </a:defRPr>
            </a:lvl5pPr>
            <a:lvl6pPr algn="ctr">
              <a:defRPr sz="2550" b="1">
                <a:solidFill>
                  <a:srgbClr val="F2542D"/>
                </a:solidFill>
              </a:defRPr>
            </a:lvl6pPr>
            <a:lvl7pPr algn="ctr">
              <a:defRPr sz="2550" b="1">
                <a:solidFill>
                  <a:srgbClr val="F2542D"/>
                </a:solidFill>
              </a:defRPr>
            </a:lvl7pPr>
            <a:lvl8pPr algn="ctr">
              <a:defRPr sz="2550" b="1">
                <a:solidFill>
                  <a:srgbClr val="F2542D"/>
                </a:solidFill>
              </a:defRPr>
            </a:lvl8pPr>
            <a:lvl9pPr algn="ctr">
              <a:defRPr sz="255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2542D"/>
                </a:solidFill>
              </a:defRPr>
            </a:pPr>
            <a:r>
              <a:rPr sz="2550" b="1">
                <a:solidFill>
                  <a:srgbClr val="F2542D"/>
                </a:solidFill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5AC005-1D93-4C4D-9675-C34203BC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1450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EE4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FAFE68-686C-4D90-B6EB-F942CE2A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240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2542D"/>
                </a:solidFill>
              </a:defRPr>
            </a:defPPr>
            <a:lvl1pPr algn="l">
              <a:defRPr sz="900" b="1">
                <a:solidFill>
                  <a:srgbClr val="F2542D"/>
                </a:solidFill>
              </a:defRPr>
            </a:lvl1pPr>
            <a:lvl2pPr algn="l">
              <a:defRPr sz="900" b="1">
                <a:solidFill>
                  <a:srgbClr val="F2542D"/>
                </a:solidFill>
              </a:defRPr>
            </a:lvl2pPr>
            <a:lvl3pPr algn="l">
              <a:defRPr sz="900" b="1">
                <a:solidFill>
                  <a:srgbClr val="F2542D"/>
                </a:solidFill>
              </a:defRPr>
            </a:lvl3pPr>
            <a:lvl4pPr algn="l">
              <a:defRPr sz="900" b="1">
                <a:solidFill>
                  <a:srgbClr val="F2542D"/>
                </a:solidFill>
              </a:defRPr>
            </a:lvl4pPr>
            <a:lvl5pPr algn="l">
              <a:defRPr sz="900" b="1">
                <a:solidFill>
                  <a:srgbClr val="F2542D"/>
                </a:solidFill>
              </a:defRPr>
            </a:lvl5pPr>
            <a:lvl6pPr algn="l">
              <a:defRPr sz="900" b="1">
                <a:solidFill>
                  <a:srgbClr val="F2542D"/>
                </a:solidFill>
              </a:defRPr>
            </a:lvl6pPr>
            <a:lvl7pPr algn="l">
              <a:defRPr sz="900" b="1">
                <a:solidFill>
                  <a:srgbClr val="F2542D"/>
                </a:solidFill>
              </a:defRPr>
            </a:lvl7pPr>
            <a:lvl8pPr algn="l">
              <a:defRPr sz="900" b="1">
                <a:solidFill>
                  <a:srgbClr val="F2542D"/>
                </a:solidFill>
              </a:defRPr>
            </a:lvl8pPr>
            <a:lvl9pPr algn="l">
              <a:defRPr sz="90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2542D"/>
                </a:solidFill>
              </a:defRPr>
            </a:pPr>
            <a:r>
              <a:rPr sz="900" b="1">
                <a:solidFill>
                  <a:srgbClr val="F2542D"/>
                </a:solidFill>
              </a:rPr>
              <a:t>SIGNALS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BF9000-02F5-4D6E-83CE-8090806E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33625"/>
            <a:ext cx="1952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82235"/>
                </a:solidFill>
              </a:defRPr>
            </a:defPPr>
            <a:lvl1pPr algn="l">
              <a:defRPr sz="1350" b="1">
                <a:solidFill>
                  <a:srgbClr val="182235"/>
                </a:solidFill>
              </a:defRPr>
            </a:lvl1pPr>
            <a:lvl2pPr algn="l">
              <a:defRPr sz="1350" b="1">
                <a:solidFill>
                  <a:srgbClr val="182235"/>
                </a:solidFill>
              </a:defRPr>
            </a:lvl2pPr>
            <a:lvl3pPr algn="l">
              <a:defRPr sz="1350" b="1">
                <a:solidFill>
                  <a:srgbClr val="182235"/>
                </a:solidFill>
              </a:defRPr>
            </a:lvl3pPr>
            <a:lvl4pPr algn="l">
              <a:defRPr sz="1350" b="1">
                <a:solidFill>
                  <a:srgbClr val="182235"/>
                </a:solidFill>
              </a:defRPr>
            </a:lvl4pPr>
            <a:lvl5pPr algn="l">
              <a:defRPr sz="1350" b="1">
                <a:solidFill>
                  <a:srgbClr val="182235"/>
                </a:solidFill>
              </a:defRPr>
            </a:lvl5pPr>
            <a:lvl6pPr algn="l">
              <a:defRPr sz="1350" b="1">
                <a:solidFill>
                  <a:srgbClr val="182235"/>
                </a:solidFill>
              </a:defRPr>
            </a:lvl6pPr>
            <a:lvl7pPr algn="l">
              <a:defRPr sz="1350" b="1">
                <a:solidFill>
                  <a:srgbClr val="182235"/>
                </a:solidFill>
              </a:defRPr>
            </a:lvl7pPr>
            <a:lvl8pPr algn="l">
              <a:defRPr sz="1350" b="1">
                <a:solidFill>
                  <a:srgbClr val="182235"/>
                </a:solidFill>
              </a:defRPr>
            </a:lvl8pPr>
            <a:lvl9pPr algn="l">
              <a:defRPr sz="13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82235"/>
                </a:solidFill>
              </a:defRPr>
            </a:pPr>
            <a:r>
              <a:rPr sz="1350" b="1">
                <a:solidFill>
                  <a:srgbClr val="182235"/>
                </a:solidFill>
              </a:rPr>
              <a:t>Weekday pattern</a:t>
            </a:r>
          </a:p>
          <a:p xmlns:a="http://schemas.openxmlformats.org/drawingml/2006/main">
            <a:pPr algn="l">
              <a:defRPr sz="1350" b="1">
                <a:solidFill>
                  <a:srgbClr val="182235"/>
                </a:solidFill>
              </a:defRPr>
            </a:pPr>
            <a:r>
              <a:rPr sz="1350" b="1">
                <a:solidFill>
                  <a:srgbClr val="182235"/>
                </a:solidFill>
              </a:rPr>
              <a:t>Four-week trend</a:t>
            </a:r>
          </a:p>
          <a:p xmlns:a="http://schemas.openxmlformats.org/drawingml/2006/main">
            <a:pPr algn="l">
              <a:defRPr sz="1350" b="1">
                <a:solidFill>
                  <a:srgbClr val="182235"/>
                </a:solidFill>
              </a:defRPr>
            </a:pPr>
            <a:r>
              <a:rPr sz="1350" b="1">
                <a:solidFill>
                  <a:srgbClr val="182235"/>
                </a:solidFill>
              </a:rPr>
              <a:t>Lecture rush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9C42B3-B0ED-428E-947B-DF717F21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333625"/>
            <a:ext cx="361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F2542D"/>
                </a:solidFill>
              </a:defRPr>
            </a:defPPr>
            <a:lvl1pPr algn="ctr">
              <a:defRPr sz="2550" b="1">
                <a:solidFill>
                  <a:srgbClr val="F2542D"/>
                </a:solidFill>
              </a:defRPr>
            </a:lvl1pPr>
            <a:lvl2pPr algn="ctr">
              <a:defRPr sz="2550" b="1">
                <a:solidFill>
                  <a:srgbClr val="F2542D"/>
                </a:solidFill>
              </a:defRPr>
            </a:lvl2pPr>
            <a:lvl3pPr algn="ctr">
              <a:defRPr sz="2550" b="1">
                <a:solidFill>
                  <a:srgbClr val="F2542D"/>
                </a:solidFill>
              </a:defRPr>
            </a:lvl3pPr>
            <a:lvl4pPr algn="ctr">
              <a:defRPr sz="2550" b="1">
                <a:solidFill>
                  <a:srgbClr val="F2542D"/>
                </a:solidFill>
              </a:defRPr>
            </a:lvl4pPr>
            <a:lvl5pPr algn="ctr">
              <a:defRPr sz="2550" b="1">
                <a:solidFill>
                  <a:srgbClr val="F2542D"/>
                </a:solidFill>
              </a:defRPr>
            </a:lvl5pPr>
            <a:lvl6pPr algn="ctr">
              <a:defRPr sz="2550" b="1">
                <a:solidFill>
                  <a:srgbClr val="F2542D"/>
                </a:solidFill>
              </a:defRPr>
            </a:lvl6pPr>
            <a:lvl7pPr algn="ctr">
              <a:defRPr sz="2550" b="1">
                <a:solidFill>
                  <a:srgbClr val="F2542D"/>
                </a:solidFill>
              </a:defRPr>
            </a:lvl7pPr>
            <a:lvl8pPr algn="ctr">
              <a:defRPr sz="2550" b="1">
                <a:solidFill>
                  <a:srgbClr val="F2542D"/>
                </a:solidFill>
              </a:defRPr>
            </a:lvl8pPr>
            <a:lvl9pPr algn="ctr">
              <a:defRPr sz="255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2542D"/>
                </a:solidFill>
              </a:defRPr>
            </a:pPr>
            <a:r>
              <a:rPr sz="2550" b="1">
                <a:solidFill>
                  <a:srgbClr val="F2542D"/>
                </a:solidFill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C5F978-5526-4E63-A99D-EE1D4A16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1450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21324B"/>
          </a:solidFill>
          <a:ln xmlns:a="http://schemas.openxmlformats.org/drawingml/2006/main" w="9525">
            <a:solidFill>
              <a:srgbClr val="2132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F8E50F-4A66-4E01-BCA6-DDCF4EB1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240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FC2AA"/>
                </a:solidFill>
              </a:defRPr>
            </a:defPPr>
            <a:lvl1pPr algn="l">
              <a:defRPr sz="900" b="1">
                <a:solidFill>
                  <a:srgbClr val="FFC2AA"/>
                </a:solidFill>
              </a:defRPr>
            </a:lvl1pPr>
            <a:lvl2pPr algn="l">
              <a:defRPr sz="900" b="1">
                <a:solidFill>
                  <a:srgbClr val="FFC2AA"/>
                </a:solidFill>
              </a:defRPr>
            </a:lvl2pPr>
            <a:lvl3pPr algn="l">
              <a:defRPr sz="900" b="1">
                <a:solidFill>
                  <a:srgbClr val="FFC2AA"/>
                </a:solidFill>
              </a:defRPr>
            </a:lvl3pPr>
            <a:lvl4pPr algn="l">
              <a:defRPr sz="900" b="1">
                <a:solidFill>
                  <a:srgbClr val="FFC2AA"/>
                </a:solidFill>
              </a:defRPr>
            </a:lvl4pPr>
            <a:lvl5pPr algn="l">
              <a:defRPr sz="900" b="1">
                <a:solidFill>
                  <a:srgbClr val="FFC2AA"/>
                </a:solidFill>
              </a:defRPr>
            </a:lvl5pPr>
            <a:lvl6pPr algn="l">
              <a:defRPr sz="900" b="1">
                <a:solidFill>
                  <a:srgbClr val="FFC2AA"/>
                </a:solidFill>
              </a:defRPr>
            </a:lvl6pPr>
            <a:lvl7pPr algn="l">
              <a:defRPr sz="900" b="1">
                <a:solidFill>
                  <a:srgbClr val="FFC2AA"/>
                </a:solidFill>
              </a:defRPr>
            </a:lvl7pPr>
            <a:lvl8pPr algn="l">
              <a:defRPr sz="900" b="1">
                <a:solidFill>
                  <a:srgbClr val="FFC2AA"/>
                </a:solidFill>
              </a:defRPr>
            </a:lvl8pPr>
            <a:lvl9pPr algn="l">
              <a:defRPr sz="900" b="1">
                <a:solidFill>
                  <a:srgbClr val="FFC2AA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FC2AA"/>
                </a:solidFill>
              </a:defRPr>
            </a:pPr>
            <a:r>
              <a:rPr sz="900" b="1">
                <a:solidFill>
                  <a:srgbClr val="FFC2AA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21FE20-A0DD-437F-A57C-6ED2D071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1952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</a:defRPr>
            </a:defPPr>
            <a:lvl1pPr algn="l">
              <a:defRPr sz="1350" b="1">
                <a:solidFill>
                  <a:srgbClr val="FFFFFF"/>
                </a:solidFill>
              </a:defRPr>
            </a:lvl1pPr>
            <a:lvl2pPr algn="l">
              <a:defRPr sz="1350" b="1">
                <a:solidFill>
                  <a:srgbClr val="FFFFFF"/>
                </a:solidFill>
              </a:defRPr>
            </a:lvl2pPr>
            <a:lvl3pPr algn="l">
              <a:defRPr sz="1350" b="1">
                <a:solidFill>
                  <a:srgbClr val="FFFFFF"/>
                </a:solidFill>
              </a:defRPr>
            </a:lvl3pPr>
            <a:lvl4pPr algn="l">
              <a:defRPr sz="1350" b="1">
                <a:solidFill>
                  <a:srgbClr val="FFFFFF"/>
                </a:solidFill>
              </a:defRPr>
            </a:lvl4pPr>
            <a:lvl5pPr algn="l">
              <a:defRPr sz="1350" b="1">
                <a:solidFill>
                  <a:srgbClr val="FFFFFF"/>
                </a:solidFill>
              </a:defRPr>
            </a:lvl5pPr>
            <a:lvl6pPr algn="l">
              <a:defRPr sz="1350" b="1">
                <a:solidFill>
                  <a:srgbClr val="FFFFFF"/>
                </a:solidFill>
              </a:defRPr>
            </a:lvl6pPr>
            <a:lvl7pPr algn="l">
              <a:defRPr sz="1350" b="1">
                <a:solidFill>
                  <a:srgbClr val="FFFFFF"/>
                </a:solidFill>
              </a:defRPr>
            </a:lvl7pPr>
            <a:lvl8pPr algn="l">
              <a:defRPr sz="1350" b="1">
                <a:solidFill>
                  <a:srgbClr val="FFFFFF"/>
                </a:solidFill>
              </a:defRPr>
            </a:lvl8pPr>
            <a:lvl9pPr algn="l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Ridge regression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Regularized for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small datasets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6A707F-5EAC-4200-926B-89FF13E2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333625"/>
            <a:ext cx="361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F2542D"/>
                </a:solidFill>
              </a:defRPr>
            </a:defPPr>
            <a:lvl1pPr algn="ctr">
              <a:defRPr sz="2550" b="1">
                <a:solidFill>
                  <a:srgbClr val="F2542D"/>
                </a:solidFill>
              </a:defRPr>
            </a:lvl1pPr>
            <a:lvl2pPr algn="ctr">
              <a:defRPr sz="2550" b="1">
                <a:solidFill>
                  <a:srgbClr val="F2542D"/>
                </a:solidFill>
              </a:defRPr>
            </a:lvl2pPr>
            <a:lvl3pPr algn="ctr">
              <a:defRPr sz="2550" b="1">
                <a:solidFill>
                  <a:srgbClr val="F2542D"/>
                </a:solidFill>
              </a:defRPr>
            </a:lvl3pPr>
            <a:lvl4pPr algn="ctr">
              <a:defRPr sz="2550" b="1">
                <a:solidFill>
                  <a:srgbClr val="F2542D"/>
                </a:solidFill>
              </a:defRPr>
            </a:lvl4pPr>
            <a:lvl5pPr algn="ctr">
              <a:defRPr sz="2550" b="1">
                <a:solidFill>
                  <a:srgbClr val="F2542D"/>
                </a:solidFill>
              </a:defRPr>
            </a:lvl5pPr>
            <a:lvl6pPr algn="ctr">
              <a:defRPr sz="2550" b="1">
                <a:solidFill>
                  <a:srgbClr val="F2542D"/>
                </a:solidFill>
              </a:defRPr>
            </a:lvl6pPr>
            <a:lvl7pPr algn="ctr">
              <a:defRPr sz="2550" b="1">
                <a:solidFill>
                  <a:srgbClr val="F2542D"/>
                </a:solidFill>
              </a:defRPr>
            </a:lvl7pPr>
            <a:lvl8pPr algn="ctr">
              <a:defRPr sz="2550" b="1">
                <a:solidFill>
                  <a:srgbClr val="F2542D"/>
                </a:solidFill>
              </a:defRPr>
            </a:lvl8pPr>
            <a:lvl9pPr algn="ctr">
              <a:defRPr sz="255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2542D"/>
                </a:solidFill>
              </a:defRPr>
            </a:pPr>
            <a:r>
              <a:rPr sz="2550" b="1">
                <a:solidFill>
                  <a:srgbClr val="F2542D"/>
                </a:solidFill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686FFD-5427-4B78-A8DF-747FFBBD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1450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EE4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5630F2-69C8-49EE-AE42-0242961B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240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2542D"/>
                </a:solidFill>
              </a:defRPr>
            </a:defPPr>
            <a:lvl1pPr algn="l">
              <a:defRPr sz="900" b="1">
                <a:solidFill>
                  <a:srgbClr val="F2542D"/>
                </a:solidFill>
              </a:defRPr>
            </a:lvl1pPr>
            <a:lvl2pPr algn="l">
              <a:defRPr sz="900" b="1">
                <a:solidFill>
                  <a:srgbClr val="F2542D"/>
                </a:solidFill>
              </a:defRPr>
            </a:lvl2pPr>
            <a:lvl3pPr algn="l">
              <a:defRPr sz="900" b="1">
                <a:solidFill>
                  <a:srgbClr val="F2542D"/>
                </a:solidFill>
              </a:defRPr>
            </a:lvl3pPr>
            <a:lvl4pPr algn="l">
              <a:defRPr sz="900" b="1">
                <a:solidFill>
                  <a:srgbClr val="F2542D"/>
                </a:solidFill>
              </a:defRPr>
            </a:lvl4pPr>
            <a:lvl5pPr algn="l">
              <a:defRPr sz="900" b="1">
                <a:solidFill>
                  <a:srgbClr val="F2542D"/>
                </a:solidFill>
              </a:defRPr>
            </a:lvl5pPr>
            <a:lvl6pPr algn="l">
              <a:defRPr sz="900" b="1">
                <a:solidFill>
                  <a:srgbClr val="F2542D"/>
                </a:solidFill>
              </a:defRPr>
            </a:lvl6pPr>
            <a:lvl7pPr algn="l">
              <a:defRPr sz="900" b="1">
                <a:solidFill>
                  <a:srgbClr val="F2542D"/>
                </a:solidFill>
              </a:defRPr>
            </a:lvl7pPr>
            <a:lvl8pPr algn="l">
              <a:defRPr sz="900" b="1">
                <a:solidFill>
                  <a:srgbClr val="F2542D"/>
                </a:solidFill>
              </a:defRPr>
            </a:lvl8pPr>
            <a:lvl9pPr algn="l">
              <a:defRPr sz="90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2542D"/>
                </a:solidFill>
              </a:defRPr>
            </a:pPr>
            <a:r>
              <a:rPr sz="900" b="1">
                <a:solidFill>
                  <a:srgbClr val="F2542D"/>
                </a:solidFill>
              </a:rPr>
              <a:t>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4D91A6-0F67-46EF-97E8-B60ABD45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33625"/>
            <a:ext cx="1952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82235"/>
                </a:solidFill>
              </a:defRPr>
            </a:defPPr>
            <a:lvl1pPr algn="l">
              <a:defRPr sz="1350" b="1">
                <a:solidFill>
                  <a:srgbClr val="182235"/>
                </a:solidFill>
              </a:defRPr>
            </a:lvl1pPr>
            <a:lvl2pPr algn="l">
              <a:defRPr sz="1350" b="1">
                <a:solidFill>
                  <a:srgbClr val="182235"/>
                </a:solidFill>
              </a:defRPr>
            </a:lvl2pPr>
            <a:lvl3pPr algn="l">
              <a:defRPr sz="1350" b="1">
                <a:solidFill>
                  <a:srgbClr val="182235"/>
                </a:solidFill>
              </a:defRPr>
            </a:lvl3pPr>
            <a:lvl4pPr algn="l">
              <a:defRPr sz="1350" b="1">
                <a:solidFill>
                  <a:srgbClr val="182235"/>
                </a:solidFill>
              </a:defRPr>
            </a:lvl4pPr>
            <a:lvl5pPr algn="l">
              <a:defRPr sz="1350" b="1">
                <a:solidFill>
                  <a:srgbClr val="182235"/>
                </a:solidFill>
              </a:defRPr>
            </a:lvl5pPr>
            <a:lvl6pPr algn="l">
              <a:defRPr sz="1350" b="1">
                <a:solidFill>
                  <a:srgbClr val="182235"/>
                </a:solidFill>
              </a:defRPr>
            </a:lvl6pPr>
            <a:lvl7pPr algn="l">
              <a:defRPr sz="1350" b="1">
                <a:solidFill>
                  <a:srgbClr val="182235"/>
                </a:solidFill>
              </a:defRPr>
            </a:lvl7pPr>
            <a:lvl8pPr algn="l">
              <a:defRPr sz="1350" b="1">
                <a:solidFill>
                  <a:srgbClr val="182235"/>
                </a:solidFill>
              </a:defRPr>
            </a:lvl8pPr>
            <a:lvl9pPr algn="l">
              <a:defRPr sz="13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82235"/>
                </a:solidFill>
              </a:defRPr>
            </a:pPr>
            <a:r>
              <a:rPr sz="1350" b="1">
                <a:solidFill>
                  <a:srgbClr val="182235"/>
                </a:solidFill>
              </a:rPr>
              <a:t>Dish quantity</a:t>
            </a:r>
          </a:p>
          <a:p xmlns:a="http://schemas.openxmlformats.org/drawingml/2006/main">
            <a:pPr algn="l">
              <a:defRPr sz="1350" b="1">
                <a:solidFill>
                  <a:srgbClr val="182235"/>
                </a:solidFill>
              </a:defRPr>
            </a:pPr>
            <a:r>
              <a:rPr sz="1350" b="1">
                <a:solidFill>
                  <a:srgbClr val="182235"/>
                </a:solidFill>
              </a:rPr>
              <a:t>Confidence</a:t>
            </a:r>
          </a:p>
          <a:p xmlns:a="http://schemas.openxmlformats.org/drawingml/2006/main">
            <a:pPr algn="l">
              <a:defRPr sz="1350" b="1">
                <a:solidFill>
                  <a:srgbClr val="182235"/>
                </a:solidFill>
              </a:defRPr>
            </a:pPr>
            <a:r>
              <a:rPr sz="1350" b="1">
                <a:solidFill>
                  <a:srgbClr val="182235"/>
                </a:solidFill>
              </a:rPr>
              <a:t>Food saved estimate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A36EA5-CED4-45A6-BCBD-C2742AE9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5143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3EC"/>
          </a:solidFill>
          <a:ln xmlns:a="http://schemas.openxmlformats.org/drawingml/2006/main" w="9525">
            <a:solidFill>
              <a:srgbClr val="FFD5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0D15D7-A957-4956-A47B-15B8C1C5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576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2542D"/>
                </a:solidFill>
              </a:defRPr>
            </a:defPPr>
            <a:lvl1pPr algn="l">
              <a:defRPr sz="900" b="1">
                <a:solidFill>
                  <a:srgbClr val="F2542D"/>
                </a:solidFill>
              </a:defRPr>
            </a:lvl1pPr>
            <a:lvl2pPr algn="l">
              <a:defRPr sz="900" b="1">
                <a:solidFill>
                  <a:srgbClr val="F2542D"/>
                </a:solidFill>
              </a:defRPr>
            </a:lvl2pPr>
            <a:lvl3pPr algn="l">
              <a:defRPr sz="900" b="1">
                <a:solidFill>
                  <a:srgbClr val="F2542D"/>
                </a:solidFill>
              </a:defRPr>
            </a:lvl3pPr>
            <a:lvl4pPr algn="l">
              <a:defRPr sz="900" b="1">
                <a:solidFill>
                  <a:srgbClr val="F2542D"/>
                </a:solidFill>
              </a:defRPr>
            </a:lvl4pPr>
            <a:lvl5pPr algn="l">
              <a:defRPr sz="900" b="1">
                <a:solidFill>
                  <a:srgbClr val="F2542D"/>
                </a:solidFill>
              </a:defRPr>
            </a:lvl5pPr>
            <a:lvl6pPr algn="l">
              <a:defRPr sz="900" b="1">
                <a:solidFill>
                  <a:srgbClr val="F2542D"/>
                </a:solidFill>
              </a:defRPr>
            </a:lvl6pPr>
            <a:lvl7pPr algn="l">
              <a:defRPr sz="900" b="1">
                <a:solidFill>
                  <a:srgbClr val="F2542D"/>
                </a:solidFill>
              </a:defRPr>
            </a:lvl7pPr>
            <a:lvl8pPr algn="l">
              <a:defRPr sz="900" b="1">
                <a:solidFill>
                  <a:srgbClr val="F2542D"/>
                </a:solidFill>
              </a:defRPr>
            </a:lvl8pPr>
            <a:lvl9pPr algn="l">
              <a:defRPr sz="90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2542D"/>
                </a:solidFill>
              </a:defRPr>
            </a:pPr>
            <a:r>
              <a:rPr sz="900" b="1">
                <a:solidFill>
                  <a:srgbClr val="F2542D"/>
                </a:solidFill>
              </a:rPr>
              <a:t>LEARNING TARGET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75ECD4-EC3F-468B-B758-5EE12A6A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82235"/>
                </a:solidFill>
              </a:defRPr>
            </a:defPPr>
            <a:lvl1pPr algn="l">
              <a:defRPr sz="1650" b="1">
                <a:solidFill>
                  <a:srgbClr val="182235"/>
                </a:solidFill>
              </a:defRPr>
            </a:lvl1pPr>
            <a:lvl2pPr algn="l">
              <a:defRPr sz="1650" b="1">
                <a:solidFill>
                  <a:srgbClr val="182235"/>
                </a:solidFill>
              </a:defRPr>
            </a:lvl2pPr>
            <a:lvl3pPr algn="l">
              <a:defRPr sz="1650" b="1">
                <a:solidFill>
                  <a:srgbClr val="182235"/>
                </a:solidFill>
              </a:defRPr>
            </a:lvl3pPr>
            <a:lvl4pPr algn="l">
              <a:defRPr sz="1650" b="1">
                <a:solidFill>
                  <a:srgbClr val="182235"/>
                </a:solidFill>
              </a:defRPr>
            </a:lvl4pPr>
            <a:lvl5pPr algn="l">
              <a:defRPr sz="1650" b="1">
                <a:solidFill>
                  <a:srgbClr val="182235"/>
                </a:solidFill>
              </a:defRPr>
            </a:lvl5pPr>
            <a:lvl6pPr algn="l">
              <a:defRPr sz="1650" b="1">
                <a:solidFill>
                  <a:srgbClr val="182235"/>
                </a:solidFill>
              </a:defRPr>
            </a:lvl6pPr>
            <a:lvl7pPr algn="l">
              <a:defRPr sz="1650" b="1">
                <a:solidFill>
                  <a:srgbClr val="182235"/>
                </a:solidFill>
              </a:defRPr>
            </a:lvl7pPr>
            <a:lvl8pPr algn="l">
              <a:defRPr sz="1650" b="1">
                <a:solidFill>
                  <a:srgbClr val="182235"/>
                </a:solidFill>
              </a:defRPr>
            </a:lvl8pPr>
            <a:lvl9pPr algn="l">
              <a:defRPr sz="16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82235"/>
                </a:solidFill>
              </a:defRPr>
            </a:pPr>
            <a:r>
              <a:rPr sz="1650" b="1">
                <a:solidFill>
                  <a:srgbClr val="182235"/>
                </a:solidFill>
              </a:rPr>
              <a:t>Consumed portions = prepared quantity − leftover portions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2F0303-4271-4867-B5C6-9FD5EC69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7207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D6A7C"/>
                </a:solidFill>
              </a:defRPr>
            </a:defPPr>
            <a:lvl1pPr algn="l">
              <a:defRPr sz="1050" b="0">
                <a:solidFill>
                  <a:srgbClr val="5D6A7C"/>
                </a:solidFill>
              </a:defRPr>
            </a:lvl1pPr>
            <a:lvl2pPr algn="l">
              <a:defRPr sz="1050" b="0">
                <a:solidFill>
                  <a:srgbClr val="5D6A7C"/>
                </a:solidFill>
              </a:defRPr>
            </a:lvl2pPr>
            <a:lvl3pPr algn="l">
              <a:defRPr sz="1050" b="0">
                <a:solidFill>
                  <a:srgbClr val="5D6A7C"/>
                </a:solidFill>
              </a:defRPr>
            </a:lvl3pPr>
            <a:lvl4pPr algn="l">
              <a:defRPr sz="1050" b="0">
                <a:solidFill>
                  <a:srgbClr val="5D6A7C"/>
                </a:solidFill>
              </a:defRPr>
            </a:lvl4pPr>
            <a:lvl5pPr algn="l">
              <a:defRPr sz="1050" b="0">
                <a:solidFill>
                  <a:srgbClr val="5D6A7C"/>
                </a:solidFill>
              </a:defRPr>
            </a:lvl5pPr>
            <a:lvl6pPr algn="l">
              <a:defRPr sz="1050" b="0">
                <a:solidFill>
                  <a:srgbClr val="5D6A7C"/>
                </a:solidFill>
              </a:defRPr>
            </a:lvl6pPr>
            <a:lvl7pPr algn="l">
              <a:defRPr sz="1050" b="0">
                <a:solidFill>
                  <a:srgbClr val="5D6A7C"/>
                </a:solidFill>
              </a:defRPr>
            </a:lvl7pPr>
            <a:lvl8pPr algn="l">
              <a:defRPr sz="1050" b="0">
                <a:solidFill>
                  <a:srgbClr val="5D6A7C"/>
                </a:solidFill>
              </a:defRPr>
            </a:lvl8pPr>
            <a:lvl9pPr algn="l">
              <a:defRPr sz="1050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D6A7C"/>
                </a:solidFill>
              </a:defRPr>
            </a:pPr>
            <a:r>
              <a:rPr sz="1050" b="0">
                <a:solidFill>
                  <a:srgbClr val="5D6A7C"/>
                </a:solidFill>
              </a:rPr>
              <a:t>The model does not mistake overproduction for genuine demand.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66A364-AE60-4332-8975-FAD2D0B0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38600"/>
            <a:ext cx="51816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E9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555EBF-AECF-4AB4-B8B6-F674622E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576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199B67"/>
                </a:solidFill>
              </a:defRPr>
            </a:defPPr>
            <a:lvl1pPr algn="l">
              <a:defRPr sz="900" b="1">
                <a:solidFill>
                  <a:srgbClr val="199B67"/>
                </a:solidFill>
              </a:defRPr>
            </a:lvl1pPr>
            <a:lvl2pPr algn="l">
              <a:defRPr sz="900" b="1">
                <a:solidFill>
                  <a:srgbClr val="199B67"/>
                </a:solidFill>
              </a:defRPr>
            </a:lvl2pPr>
            <a:lvl3pPr algn="l">
              <a:defRPr sz="900" b="1">
                <a:solidFill>
                  <a:srgbClr val="199B67"/>
                </a:solidFill>
              </a:defRPr>
            </a:lvl3pPr>
            <a:lvl4pPr algn="l">
              <a:defRPr sz="900" b="1">
                <a:solidFill>
                  <a:srgbClr val="199B67"/>
                </a:solidFill>
              </a:defRPr>
            </a:lvl4pPr>
            <a:lvl5pPr algn="l">
              <a:defRPr sz="900" b="1">
                <a:solidFill>
                  <a:srgbClr val="199B67"/>
                </a:solidFill>
              </a:defRPr>
            </a:lvl5pPr>
            <a:lvl6pPr algn="l">
              <a:defRPr sz="900" b="1">
                <a:solidFill>
                  <a:srgbClr val="199B67"/>
                </a:solidFill>
              </a:defRPr>
            </a:lvl6pPr>
            <a:lvl7pPr algn="l">
              <a:defRPr sz="900" b="1">
                <a:solidFill>
                  <a:srgbClr val="199B67"/>
                </a:solidFill>
              </a:defRPr>
            </a:lvl7pPr>
            <a:lvl8pPr algn="l">
              <a:defRPr sz="900" b="1">
                <a:solidFill>
                  <a:srgbClr val="199B67"/>
                </a:solidFill>
              </a:defRPr>
            </a:lvl8pPr>
            <a:lvl9pPr algn="l">
              <a:defRPr sz="900" b="1">
                <a:solidFill>
                  <a:srgbClr val="199B67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99B67"/>
                </a:solidFill>
              </a:defRPr>
            </a:pPr>
            <a:r>
              <a:rPr sz="900" b="1">
                <a:solidFill>
                  <a:srgbClr val="199B67"/>
                </a:solidFill>
              </a:rPr>
              <a:t>BUSINESS CONTRIBUTION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F793B7-5AE6-4B46-A91D-8330F4C6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720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82235"/>
                </a:solidFill>
              </a:defRPr>
            </a:defPPr>
            <a:lvl1pPr algn="l">
              <a:defRPr sz="1575" b="1">
                <a:solidFill>
                  <a:srgbClr val="182235"/>
                </a:solidFill>
              </a:defRPr>
            </a:lvl1pPr>
            <a:lvl2pPr algn="l">
              <a:defRPr sz="1575" b="1">
                <a:solidFill>
                  <a:srgbClr val="182235"/>
                </a:solidFill>
              </a:defRPr>
            </a:lvl2pPr>
            <a:lvl3pPr algn="l">
              <a:defRPr sz="1575" b="1">
                <a:solidFill>
                  <a:srgbClr val="182235"/>
                </a:solidFill>
              </a:defRPr>
            </a:lvl3pPr>
            <a:lvl4pPr algn="l">
              <a:defRPr sz="1575" b="1">
                <a:solidFill>
                  <a:srgbClr val="182235"/>
                </a:solidFill>
              </a:defRPr>
            </a:lvl4pPr>
            <a:lvl5pPr algn="l">
              <a:defRPr sz="1575" b="1">
                <a:solidFill>
                  <a:srgbClr val="182235"/>
                </a:solidFill>
              </a:defRPr>
            </a:lvl5pPr>
            <a:lvl6pPr algn="l">
              <a:defRPr sz="1575" b="1">
                <a:solidFill>
                  <a:srgbClr val="182235"/>
                </a:solidFill>
              </a:defRPr>
            </a:lvl6pPr>
            <a:lvl7pPr algn="l">
              <a:defRPr sz="1575" b="1">
                <a:solidFill>
                  <a:srgbClr val="182235"/>
                </a:solidFill>
              </a:defRPr>
            </a:lvl7pPr>
            <a:lvl8pPr algn="l">
              <a:defRPr sz="1575" b="1">
                <a:solidFill>
                  <a:srgbClr val="182235"/>
                </a:solidFill>
              </a:defRPr>
            </a:lvl8pPr>
            <a:lvl9pPr algn="l">
              <a:defRPr sz="1575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82235"/>
                </a:solidFill>
              </a:defRPr>
            </a:pPr>
            <a:r>
              <a:rPr sz="1575" b="1">
                <a:solidFill>
                  <a:srgbClr val="182235"/>
                </a:solidFill>
              </a:rPr>
              <a:t>Managers receive a recommended quantity for every dish before the next service day.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CB48E2-21A1-4703-B555-5F8C87E7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7207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D6A7C"/>
                </a:solidFill>
              </a:defRPr>
            </a:defPPr>
            <a:lvl1pPr algn="l">
              <a:defRPr sz="1050" b="0">
                <a:solidFill>
                  <a:srgbClr val="5D6A7C"/>
                </a:solidFill>
              </a:defRPr>
            </a:lvl1pPr>
            <a:lvl2pPr algn="l">
              <a:defRPr sz="1050" b="0">
                <a:solidFill>
                  <a:srgbClr val="5D6A7C"/>
                </a:solidFill>
              </a:defRPr>
            </a:lvl2pPr>
            <a:lvl3pPr algn="l">
              <a:defRPr sz="1050" b="0">
                <a:solidFill>
                  <a:srgbClr val="5D6A7C"/>
                </a:solidFill>
              </a:defRPr>
            </a:lvl3pPr>
            <a:lvl4pPr algn="l">
              <a:defRPr sz="1050" b="0">
                <a:solidFill>
                  <a:srgbClr val="5D6A7C"/>
                </a:solidFill>
              </a:defRPr>
            </a:lvl4pPr>
            <a:lvl5pPr algn="l">
              <a:defRPr sz="1050" b="0">
                <a:solidFill>
                  <a:srgbClr val="5D6A7C"/>
                </a:solidFill>
              </a:defRPr>
            </a:lvl5pPr>
            <a:lvl6pPr algn="l">
              <a:defRPr sz="1050" b="0">
                <a:solidFill>
                  <a:srgbClr val="5D6A7C"/>
                </a:solidFill>
              </a:defRPr>
            </a:lvl6pPr>
            <a:lvl7pPr algn="l">
              <a:defRPr sz="1050" b="0">
                <a:solidFill>
                  <a:srgbClr val="5D6A7C"/>
                </a:solidFill>
              </a:defRPr>
            </a:lvl7pPr>
            <a:lvl8pPr algn="l">
              <a:defRPr sz="1050" b="0">
                <a:solidFill>
                  <a:srgbClr val="5D6A7C"/>
                </a:solidFill>
              </a:defRPr>
            </a:lvl8pPr>
            <a:lvl9pPr algn="l">
              <a:defRPr sz="1050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D6A7C"/>
                </a:solidFill>
              </a:defRPr>
            </a:pPr>
            <a:r>
              <a:rPr sz="1050" b="0">
                <a:solidFill>
                  <a:srgbClr val="5D6A7C"/>
                </a:solidFill>
              </a:rPr>
              <a:t>Recent leftovers lower the recommendation while weekday rush patterns raise it.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EBE9C1-3E34-49F0-92F9-856F1097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95A0AF"/>
                </a:solidFill>
              </a:defRPr>
            </a:defPPr>
            <a:lvl1pPr algn="r">
              <a:defRPr sz="825" b="1">
                <a:solidFill>
                  <a:srgbClr val="95A0AF"/>
                </a:solidFill>
              </a:defRPr>
            </a:lvl1pPr>
            <a:lvl2pPr algn="r">
              <a:defRPr sz="825" b="1">
                <a:solidFill>
                  <a:srgbClr val="95A0AF"/>
                </a:solidFill>
              </a:defRPr>
            </a:lvl2pPr>
            <a:lvl3pPr algn="r">
              <a:defRPr sz="825" b="1">
                <a:solidFill>
                  <a:srgbClr val="95A0AF"/>
                </a:solidFill>
              </a:defRPr>
            </a:lvl3pPr>
            <a:lvl4pPr algn="r">
              <a:defRPr sz="825" b="1">
                <a:solidFill>
                  <a:srgbClr val="95A0AF"/>
                </a:solidFill>
              </a:defRPr>
            </a:lvl4pPr>
            <a:lvl5pPr algn="r">
              <a:defRPr sz="825" b="1">
                <a:solidFill>
                  <a:srgbClr val="95A0AF"/>
                </a:solidFill>
              </a:defRPr>
            </a:lvl5pPr>
            <a:lvl6pPr algn="r">
              <a:defRPr sz="825" b="1">
                <a:solidFill>
                  <a:srgbClr val="95A0AF"/>
                </a:solidFill>
              </a:defRPr>
            </a:lvl6pPr>
            <a:lvl7pPr algn="r">
              <a:defRPr sz="825" b="1">
                <a:solidFill>
                  <a:srgbClr val="95A0AF"/>
                </a:solidFill>
              </a:defRPr>
            </a:lvl7pPr>
            <a:lvl8pPr algn="r">
              <a:defRPr sz="825" b="1">
                <a:solidFill>
                  <a:srgbClr val="95A0AF"/>
                </a:solidFill>
              </a:defRPr>
            </a:lvl8pPr>
            <a:lvl9pPr algn="r">
              <a:defRPr sz="825" b="1">
                <a:solidFill>
                  <a:srgbClr val="95A0AF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95A0AF"/>
                </a:solidFill>
              </a:defRPr>
            </a:pPr>
            <a:r>
              <a:rPr sz="825" b="1">
                <a:solidFill>
                  <a:srgbClr val="95A0AF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117150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F0DE2E-F2BA-4ACE-8A62-9680CD2F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82235"/>
                </a:solidFill>
              </a:defRPr>
            </a:defPPr>
            <a:lvl1pPr algn="l">
              <a:defRPr sz="2550" b="1">
                <a:solidFill>
                  <a:srgbClr val="182235"/>
                </a:solidFill>
              </a:defRPr>
            </a:lvl1pPr>
            <a:lvl2pPr algn="l">
              <a:defRPr sz="2550" b="1">
                <a:solidFill>
                  <a:srgbClr val="182235"/>
                </a:solidFill>
              </a:defRPr>
            </a:lvl2pPr>
            <a:lvl3pPr algn="l">
              <a:defRPr sz="2550" b="1">
                <a:solidFill>
                  <a:srgbClr val="182235"/>
                </a:solidFill>
              </a:defRPr>
            </a:lvl3pPr>
            <a:lvl4pPr algn="l">
              <a:defRPr sz="2550" b="1">
                <a:solidFill>
                  <a:srgbClr val="182235"/>
                </a:solidFill>
              </a:defRPr>
            </a:lvl4pPr>
            <a:lvl5pPr algn="l">
              <a:defRPr sz="2550" b="1">
                <a:solidFill>
                  <a:srgbClr val="182235"/>
                </a:solidFill>
              </a:defRPr>
            </a:lvl5pPr>
            <a:lvl6pPr algn="l">
              <a:defRPr sz="2550" b="1">
                <a:solidFill>
                  <a:srgbClr val="182235"/>
                </a:solidFill>
              </a:defRPr>
            </a:lvl6pPr>
            <a:lvl7pPr algn="l">
              <a:defRPr sz="2550" b="1">
                <a:solidFill>
                  <a:srgbClr val="182235"/>
                </a:solidFill>
              </a:defRPr>
            </a:lvl7pPr>
            <a:lvl8pPr algn="l">
              <a:defRPr sz="2550" b="1">
                <a:solidFill>
                  <a:srgbClr val="182235"/>
                </a:solidFill>
              </a:defRPr>
            </a:lvl8pPr>
            <a:lvl9pPr algn="l">
              <a:defRPr sz="25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82235"/>
                </a:solidFill>
              </a:defRPr>
            </a:pPr>
            <a:r>
              <a:rPr sz="2550" b="1">
                <a:solidFill>
                  <a:srgbClr val="182235"/>
                </a:solidFill>
              </a:rPr>
              <a:t>Three revenue streams across the campus food network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9FE0F-EC87-4814-B82E-DBA74D5D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4297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D6A7C"/>
                </a:solidFill>
              </a:defRPr>
            </a:defPPr>
            <a:lvl1pPr algn="l">
              <a:defRPr sz="1275" b="0">
                <a:solidFill>
                  <a:srgbClr val="5D6A7C"/>
                </a:solidFill>
              </a:defRPr>
            </a:lvl1pPr>
            <a:lvl2pPr algn="l">
              <a:defRPr sz="1275" b="0">
                <a:solidFill>
                  <a:srgbClr val="5D6A7C"/>
                </a:solidFill>
              </a:defRPr>
            </a:lvl2pPr>
            <a:lvl3pPr algn="l">
              <a:defRPr sz="1275" b="0">
                <a:solidFill>
                  <a:srgbClr val="5D6A7C"/>
                </a:solidFill>
              </a:defRPr>
            </a:lvl3pPr>
            <a:lvl4pPr algn="l">
              <a:defRPr sz="1275" b="0">
                <a:solidFill>
                  <a:srgbClr val="5D6A7C"/>
                </a:solidFill>
              </a:defRPr>
            </a:lvl4pPr>
            <a:lvl5pPr algn="l">
              <a:defRPr sz="1275" b="0">
                <a:solidFill>
                  <a:srgbClr val="5D6A7C"/>
                </a:solidFill>
              </a:defRPr>
            </a:lvl5pPr>
            <a:lvl6pPr algn="l">
              <a:defRPr sz="1275" b="0">
                <a:solidFill>
                  <a:srgbClr val="5D6A7C"/>
                </a:solidFill>
              </a:defRPr>
            </a:lvl6pPr>
            <a:lvl7pPr algn="l">
              <a:defRPr sz="1275" b="0">
                <a:solidFill>
                  <a:srgbClr val="5D6A7C"/>
                </a:solidFill>
              </a:defRPr>
            </a:lvl7pPr>
            <a:lvl8pPr algn="l">
              <a:defRPr sz="1275" b="0">
                <a:solidFill>
                  <a:srgbClr val="5D6A7C"/>
                </a:solidFill>
              </a:defRPr>
            </a:lvl8pPr>
            <a:lvl9pPr algn="l">
              <a:defRPr sz="1275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D6A7C"/>
                </a:solidFill>
              </a:defRPr>
            </a:pPr>
            <a:r>
              <a:rPr sz="1275" b="0">
                <a:solidFill>
                  <a:srgbClr val="5D6A7C"/>
                </a:solidFill>
              </a:rPr>
              <a:t>Canteens pay for operations, students pay a transparent platform fee, and brands pay for placement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7EBEB1-7C9D-4CAB-BE22-0F4A315E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762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F2542D"/>
                </a:solidFill>
              </a:defRPr>
            </a:defPPr>
            <a:lvl1pPr algn="r">
              <a:defRPr sz="975" b="1">
                <a:solidFill>
                  <a:srgbClr val="F2542D"/>
                </a:solidFill>
              </a:defRPr>
            </a:lvl1pPr>
            <a:lvl2pPr algn="r">
              <a:defRPr sz="975" b="1">
                <a:solidFill>
                  <a:srgbClr val="F2542D"/>
                </a:solidFill>
              </a:defRPr>
            </a:lvl2pPr>
            <a:lvl3pPr algn="r">
              <a:defRPr sz="975" b="1">
                <a:solidFill>
                  <a:srgbClr val="F2542D"/>
                </a:solidFill>
              </a:defRPr>
            </a:lvl3pPr>
            <a:lvl4pPr algn="r">
              <a:defRPr sz="975" b="1">
                <a:solidFill>
                  <a:srgbClr val="F2542D"/>
                </a:solidFill>
              </a:defRPr>
            </a:lvl4pPr>
            <a:lvl5pPr algn="r">
              <a:defRPr sz="975" b="1">
                <a:solidFill>
                  <a:srgbClr val="F2542D"/>
                </a:solidFill>
              </a:defRPr>
            </a:lvl5pPr>
            <a:lvl6pPr algn="r">
              <a:defRPr sz="975" b="1">
                <a:solidFill>
                  <a:srgbClr val="F2542D"/>
                </a:solidFill>
              </a:defRPr>
            </a:lvl6pPr>
            <a:lvl7pPr algn="r">
              <a:defRPr sz="975" b="1">
                <a:solidFill>
                  <a:srgbClr val="F2542D"/>
                </a:solidFill>
              </a:defRPr>
            </a:lvl7pPr>
            <a:lvl8pPr algn="r">
              <a:defRPr sz="975" b="1">
                <a:solidFill>
                  <a:srgbClr val="F2542D"/>
                </a:solidFill>
              </a:defRPr>
            </a:lvl8pPr>
            <a:lvl9pPr algn="r">
              <a:defRPr sz="975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F2542D"/>
                </a:solidFill>
              </a:defRPr>
            </a:pPr>
            <a:r>
              <a:rPr sz="975" b="1">
                <a:solidFill>
                  <a:srgbClr val="F2542D"/>
                </a:solidFill>
              </a:rPr>
              <a:t>MEALY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94E4A-769B-49C2-B0FB-34D43E85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2542D"/>
                </a:solidFill>
              </a:defRPr>
            </a:defPPr>
            <a:lvl1pPr algn="l">
              <a:defRPr sz="900" b="1">
                <a:solidFill>
                  <a:srgbClr val="F2542D"/>
                </a:solidFill>
              </a:defRPr>
            </a:lvl1pPr>
            <a:lvl2pPr algn="l">
              <a:defRPr sz="900" b="1">
                <a:solidFill>
                  <a:srgbClr val="F2542D"/>
                </a:solidFill>
              </a:defRPr>
            </a:lvl2pPr>
            <a:lvl3pPr algn="l">
              <a:defRPr sz="900" b="1">
                <a:solidFill>
                  <a:srgbClr val="F2542D"/>
                </a:solidFill>
              </a:defRPr>
            </a:lvl3pPr>
            <a:lvl4pPr algn="l">
              <a:defRPr sz="900" b="1">
                <a:solidFill>
                  <a:srgbClr val="F2542D"/>
                </a:solidFill>
              </a:defRPr>
            </a:lvl4pPr>
            <a:lvl5pPr algn="l">
              <a:defRPr sz="900" b="1">
                <a:solidFill>
                  <a:srgbClr val="F2542D"/>
                </a:solidFill>
              </a:defRPr>
            </a:lvl5pPr>
            <a:lvl6pPr algn="l">
              <a:defRPr sz="900" b="1">
                <a:solidFill>
                  <a:srgbClr val="F2542D"/>
                </a:solidFill>
              </a:defRPr>
            </a:lvl6pPr>
            <a:lvl7pPr algn="l">
              <a:defRPr sz="900" b="1">
                <a:solidFill>
                  <a:srgbClr val="F2542D"/>
                </a:solidFill>
              </a:defRPr>
            </a:lvl7pPr>
            <a:lvl8pPr algn="l">
              <a:defRPr sz="900" b="1">
                <a:solidFill>
                  <a:srgbClr val="F2542D"/>
                </a:solidFill>
              </a:defRPr>
            </a:lvl8pPr>
            <a:lvl9pPr algn="l">
              <a:defRPr sz="90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2542D"/>
                </a:solidFill>
              </a:defRPr>
            </a:pPr>
            <a:r>
              <a:rPr sz="900" b="1">
                <a:solidFill>
                  <a:srgbClr val="F2542D"/>
                </a:solidFill>
              </a:rPr>
              <a:t>CANTEEN POS AND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D229DE-2ED3-42F9-A1F9-6447A3B7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002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82235"/>
                </a:solidFill>
              </a:defRPr>
            </a:defPPr>
            <a:lvl1pPr algn="l">
              <a:defRPr sz="1950" b="1">
                <a:solidFill>
                  <a:srgbClr val="182235"/>
                </a:solidFill>
              </a:defRPr>
            </a:lvl1pPr>
            <a:lvl2pPr algn="l">
              <a:defRPr sz="1950" b="1">
                <a:solidFill>
                  <a:srgbClr val="182235"/>
                </a:solidFill>
              </a:defRPr>
            </a:lvl2pPr>
            <a:lvl3pPr algn="l">
              <a:defRPr sz="1950" b="1">
                <a:solidFill>
                  <a:srgbClr val="182235"/>
                </a:solidFill>
              </a:defRPr>
            </a:lvl3pPr>
            <a:lvl4pPr algn="l">
              <a:defRPr sz="1950" b="1">
                <a:solidFill>
                  <a:srgbClr val="182235"/>
                </a:solidFill>
              </a:defRPr>
            </a:lvl4pPr>
            <a:lvl5pPr algn="l">
              <a:defRPr sz="1950" b="1">
                <a:solidFill>
                  <a:srgbClr val="182235"/>
                </a:solidFill>
              </a:defRPr>
            </a:lvl5pPr>
            <a:lvl6pPr algn="l">
              <a:defRPr sz="1950" b="1">
                <a:solidFill>
                  <a:srgbClr val="182235"/>
                </a:solidFill>
              </a:defRPr>
            </a:lvl6pPr>
            <a:lvl7pPr algn="l">
              <a:defRPr sz="1950" b="1">
                <a:solidFill>
                  <a:srgbClr val="182235"/>
                </a:solidFill>
              </a:defRPr>
            </a:lvl7pPr>
            <a:lvl8pPr algn="l">
              <a:defRPr sz="1950" b="1">
                <a:solidFill>
                  <a:srgbClr val="182235"/>
                </a:solidFill>
              </a:defRPr>
            </a:lvl8pPr>
            <a:lvl9pPr algn="l">
              <a:defRPr sz="19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82235"/>
                </a:solidFill>
              </a:defRPr>
            </a:pPr>
            <a:r>
              <a:rPr sz="1950" b="1">
                <a:solidFill>
                  <a:srgbClr val="182235"/>
                </a:solidFill>
              </a:rPr>
              <a:t>One-time + support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AD6FC-9DB9-4F56-835E-85D6C214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28775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D6A7C"/>
                </a:solidFill>
              </a:defRPr>
            </a:defPPr>
            <a:lvl1pPr algn="l">
              <a:defRPr sz="1275" b="0">
                <a:solidFill>
                  <a:srgbClr val="5D6A7C"/>
                </a:solidFill>
              </a:defRPr>
            </a:lvl1pPr>
            <a:lvl2pPr algn="l">
              <a:defRPr sz="1275" b="0">
                <a:solidFill>
                  <a:srgbClr val="5D6A7C"/>
                </a:solidFill>
              </a:defRPr>
            </a:lvl2pPr>
            <a:lvl3pPr algn="l">
              <a:defRPr sz="1275" b="0">
                <a:solidFill>
                  <a:srgbClr val="5D6A7C"/>
                </a:solidFill>
              </a:defRPr>
            </a:lvl3pPr>
            <a:lvl4pPr algn="l">
              <a:defRPr sz="1275" b="0">
                <a:solidFill>
                  <a:srgbClr val="5D6A7C"/>
                </a:solidFill>
              </a:defRPr>
            </a:lvl4pPr>
            <a:lvl5pPr algn="l">
              <a:defRPr sz="1275" b="0">
                <a:solidFill>
                  <a:srgbClr val="5D6A7C"/>
                </a:solidFill>
              </a:defRPr>
            </a:lvl5pPr>
            <a:lvl6pPr algn="l">
              <a:defRPr sz="1275" b="0">
                <a:solidFill>
                  <a:srgbClr val="5D6A7C"/>
                </a:solidFill>
              </a:defRPr>
            </a:lvl6pPr>
            <a:lvl7pPr algn="l">
              <a:defRPr sz="1275" b="0">
                <a:solidFill>
                  <a:srgbClr val="5D6A7C"/>
                </a:solidFill>
              </a:defRPr>
            </a:lvl7pPr>
            <a:lvl8pPr algn="l">
              <a:defRPr sz="1275" b="0">
                <a:solidFill>
                  <a:srgbClr val="5D6A7C"/>
                </a:solidFill>
              </a:defRPr>
            </a:lvl8pPr>
            <a:lvl9pPr algn="l">
              <a:defRPr sz="1275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D6A7C"/>
                </a:solidFill>
              </a:defRPr>
            </a:pPr>
            <a:r>
              <a:rPr sz="1275" b="0">
                <a:solidFill>
                  <a:srgbClr val="5D6A7C"/>
                </a:solidFill>
              </a:rPr>
              <a:t>POS deployment, menu setup, staff training and optional hardware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FECEA-50E5-4E85-BC3E-8CC2D701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4EC"/>
          </a:solidFill>
          <a:ln xmlns:a="http://schemas.openxmlformats.org/drawingml/2006/main" w="0">
            <a:solidFill>
              <a:srgbClr val="DEE4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72B4DD-8504-49DB-9B20-71EC717B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241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2542D"/>
                </a:solidFill>
              </a:defRPr>
            </a:defPPr>
            <a:lvl1pPr algn="l">
              <a:defRPr sz="900" b="1">
                <a:solidFill>
                  <a:srgbClr val="F2542D"/>
                </a:solidFill>
              </a:defRPr>
            </a:lvl1pPr>
            <a:lvl2pPr algn="l">
              <a:defRPr sz="900" b="1">
                <a:solidFill>
                  <a:srgbClr val="F2542D"/>
                </a:solidFill>
              </a:defRPr>
            </a:lvl2pPr>
            <a:lvl3pPr algn="l">
              <a:defRPr sz="900" b="1">
                <a:solidFill>
                  <a:srgbClr val="F2542D"/>
                </a:solidFill>
              </a:defRPr>
            </a:lvl3pPr>
            <a:lvl4pPr algn="l">
              <a:defRPr sz="900" b="1">
                <a:solidFill>
                  <a:srgbClr val="F2542D"/>
                </a:solidFill>
              </a:defRPr>
            </a:lvl4pPr>
            <a:lvl5pPr algn="l">
              <a:defRPr sz="900" b="1">
                <a:solidFill>
                  <a:srgbClr val="F2542D"/>
                </a:solidFill>
              </a:defRPr>
            </a:lvl5pPr>
            <a:lvl6pPr algn="l">
              <a:defRPr sz="900" b="1">
                <a:solidFill>
                  <a:srgbClr val="F2542D"/>
                </a:solidFill>
              </a:defRPr>
            </a:lvl6pPr>
            <a:lvl7pPr algn="l">
              <a:defRPr sz="900" b="1">
                <a:solidFill>
                  <a:srgbClr val="F2542D"/>
                </a:solidFill>
              </a:defRPr>
            </a:lvl7pPr>
            <a:lvl8pPr algn="l">
              <a:defRPr sz="900" b="1">
                <a:solidFill>
                  <a:srgbClr val="F2542D"/>
                </a:solidFill>
              </a:defRPr>
            </a:lvl8pPr>
            <a:lvl9pPr algn="l">
              <a:defRPr sz="90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2542D"/>
                </a:solidFill>
              </a:defRPr>
            </a:pPr>
            <a:r>
              <a:rPr sz="900" b="1">
                <a:solidFill>
                  <a:srgbClr val="F2542D"/>
                </a:solidFill>
              </a:rPr>
              <a:t>STUDENT PLATFORM FEE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CC7829-68A1-4CF1-B7BC-C992E4B6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8607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F2542D"/>
                </a:solidFill>
              </a:defRPr>
            </a:defPPr>
            <a:lvl1pPr algn="l">
              <a:defRPr sz="1950" b="1">
                <a:solidFill>
                  <a:srgbClr val="F2542D"/>
                </a:solidFill>
              </a:defRPr>
            </a:lvl1pPr>
            <a:lvl2pPr algn="l">
              <a:defRPr sz="1950" b="1">
                <a:solidFill>
                  <a:srgbClr val="F2542D"/>
                </a:solidFill>
              </a:defRPr>
            </a:lvl2pPr>
            <a:lvl3pPr algn="l">
              <a:defRPr sz="1950" b="1">
                <a:solidFill>
                  <a:srgbClr val="F2542D"/>
                </a:solidFill>
              </a:defRPr>
            </a:lvl3pPr>
            <a:lvl4pPr algn="l">
              <a:defRPr sz="1950" b="1">
                <a:solidFill>
                  <a:srgbClr val="F2542D"/>
                </a:solidFill>
              </a:defRPr>
            </a:lvl4pPr>
            <a:lvl5pPr algn="l">
              <a:defRPr sz="1950" b="1">
                <a:solidFill>
                  <a:srgbClr val="F2542D"/>
                </a:solidFill>
              </a:defRPr>
            </a:lvl5pPr>
            <a:lvl6pPr algn="l">
              <a:defRPr sz="1950" b="1">
                <a:solidFill>
                  <a:srgbClr val="F2542D"/>
                </a:solidFill>
              </a:defRPr>
            </a:lvl6pPr>
            <a:lvl7pPr algn="l">
              <a:defRPr sz="1950" b="1">
                <a:solidFill>
                  <a:srgbClr val="F2542D"/>
                </a:solidFill>
              </a:defRPr>
            </a:lvl7pPr>
            <a:lvl8pPr algn="l">
              <a:defRPr sz="1950" b="1">
                <a:solidFill>
                  <a:srgbClr val="F2542D"/>
                </a:solidFill>
              </a:defRPr>
            </a:lvl8pPr>
            <a:lvl9pPr algn="l">
              <a:defRPr sz="195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2542D"/>
                </a:solidFill>
              </a:defRPr>
            </a:pPr>
            <a:r>
              <a:rPr sz="1950" b="1">
                <a:solidFill>
                  <a:srgbClr val="F2542D"/>
                </a:solidFill>
              </a:rPr>
              <a:t>Per successful order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48D1F9-ACBF-440F-9E65-8BCA53C9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D6A7C"/>
                </a:solidFill>
              </a:defRPr>
            </a:defPPr>
            <a:lvl1pPr algn="l">
              <a:defRPr sz="1275" b="0">
                <a:solidFill>
                  <a:srgbClr val="5D6A7C"/>
                </a:solidFill>
              </a:defRPr>
            </a:lvl1pPr>
            <a:lvl2pPr algn="l">
              <a:defRPr sz="1275" b="0">
                <a:solidFill>
                  <a:srgbClr val="5D6A7C"/>
                </a:solidFill>
              </a:defRPr>
            </a:lvl2pPr>
            <a:lvl3pPr algn="l">
              <a:defRPr sz="1275" b="0">
                <a:solidFill>
                  <a:srgbClr val="5D6A7C"/>
                </a:solidFill>
              </a:defRPr>
            </a:lvl3pPr>
            <a:lvl4pPr algn="l">
              <a:defRPr sz="1275" b="0">
                <a:solidFill>
                  <a:srgbClr val="5D6A7C"/>
                </a:solidFill>
              </a:defRPr>
            </a:lvl4pPr>
            <a:lvl5pPr algn="l">
              <a:defRPr sz="1275" b="0">
                <a:solidFill>
                  <a:srgbClr val="5D6A7C"/>
                </a:solidFill>
              </a:defRPr>
            </a:lvl5pPr>
            <a:lvl6pPr algn="l">
              <a:defRPr sz="1275" b="0">
                <a:solidFill>
                  <a:srgbClr val="5D6A7C"/>
                </a:solidFill>
              </a:defRPr>
            </a:lvl6pPr>
            <a:lvl7pPr algn="l">
              <a:defRPr sz="1275" b="0">
                <a:solidFill>
                  <a:srgbClr val="5D6A7C"/>
                </a:solidFill>
              </a:defRPr>
            </a:lvl7pPr>
            <a:lvl8pPr algn="l">
              <a:defRPr sz="1275" b="0">
                <a:solidFill>
                  <a:srgbClr val="5D6A7C"/>
                </a:solidFill>
              </a:defRPr>
            </a:lvl8pPr>
            <a:lvl9pPr algn="l">
              <a:defRPr sz="1275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D6A7C"/>
                </a:solidFill>
              </a:defRPr>
            </a:pPr>
            <a:r>
              <a:rPr sz="1275" b="0">
                <a:solidFill>
                  <a:srgbClr val="5D6A7C"/>
                </a:solidFill>
              </a:rPr>
              <a:t>A visible convenience fee at checkout while the canteen keeps its menu price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BFA448-6FC9-460B-AE71-59F3C449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4EC"/>
          </a:solidFill>
          <a:ln xmlns:a="http://schemas.openxmlformats.org/drawingml/2006/main" w="0">
            <a:solidFill>
              <a:srgbClr val="DEE4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0ED11C-4AA9-415F-B602-E0EFD5D3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2542D"/>
                </a:solidFill>
              </a:defRPr>
            </a:defPPr>
            <a:lvl1pPr algn="l">
              <a:defRPr sz="900" b="1">
                <a:solidFill>
                  <a:srgbClr val="F2542D"/>
                </a:solidFill>
              </a:defRPr>
            </a:lvl1pPr>
            <a:lvl2pPr algn="l">
              <a:defRPr sz="900" b="1">
                <a:solidFill>
                  <a:srgbClr val="F2542D"/>
                </a:solidFill>
              </a:defRPr>
            </a:lvl2pPr>
            <a:lvl3pPr algn="l">
              <a:defRPr sz="900" b="1">
                <a:solidFill>
                  <a:srgbClr val="F2542D"/>
                </a:solidFill>
              </a:defRPr>
            </a:lvl3pPr>
            <a:lvl4pPr algn="l">
              <a:defRPr sz="900" b="1">
                <a:solidFill>
                  <a:srgbClr val="F2542D"/>
                </a:solidFill>
              </a:defRPr>
            </a:lvl4pPr>
            <a:lvl5pPr algn="l">
              <a:defRPr sz="900" b="1">
                <a:solidFill>
                  <a:srgbClr val="F2542D"/>
                </a:solidFill>
              </a:defRPr>
            </a:lvl5pPr>
            <a:lvl6pPr algn="l">
              <a:defRPr sz="900" b="1">
                <a:solidFill>
                  <a:srgbClr val="F2542D"/>
                </a:solidFill>
              </a:defRPr>
            </a:lvl6pPr>
            <a:lvl7pPr algn="l">
              <a:defRPr sz="900" b="1">
                <a:solidFill>
                  <a:srgbClr val="F2542D"/>
                </a:solidFill>
              </a:defRPr>
            </a:lvl7pPr>
            <a:lvl8pPr algn="l">
              <a:defRPr sz="900" b="1">
                <a:solidFill>
                  <a:srgbClr val="F2542D"/>
                </a:solidFill>
              </a:defRPr>
            </a:lvl8pPr>
            <a:lvl9pPr algn="l">
              <a:defRPr sz="90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2542D"/>
                </a:solidFill>
              </a:defRPr>
            </a:pPr>
            <a:r>
              <a:rPr sz="900" b="1">
                <a:solidFill>
                  <a:srgbClr val="F2542D"/>
                </a:solidFill>
              </a:rPr>
              <a:t>BRAND ADVERTISING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91A398-1BCB-45E9-BF13-B4E801B9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1719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82235"/>
                </a:solidFill>
              </a:defRPr>
            </a:defPPr>
            <a:lvl1pPr algn="l">
              <a:defRPr sz="1950" b="1">
                <a:solidFill>
                  <a:srgbClr val="182235"/>
                </a:solidFill>
              </a:defRPr>
            </a:lvl1pPr>
            <a:lvl2pPr algn="l">
              <a:defRPr sz="1950" b="1">
                <a:solidFill>
                  <a:srgbClr val="182235"/>
                </a:solidFill>
              </a:defRPr>
            </a:lvl2pPr>
            <a:lvl3pPr algn="l">
              <a:defRPr sz="1950" b="1">
                <a:solidFill>
                  <a:srgbClr val="182235"/>
                </a:solidFill>
              </a:defRPr>
            </a:lvl3pPr>
            <a:lvl4pPr algn="l">
              <a:defRPr sz="1950" b="1">
                <a:solidFill>
                  <a:srgbClr val="182235"/>
                </a:solidFill>
              </a:defRPr>
            </a:lvl4pPr>
            <a:lvl5pPr algn="l">
              <a:defRPr sz="1950" b="1">
                <a:solidFill>
                  <a:srgbClr val="182235"/>
                </a:solidFill>
              </a:defRPr>
            </a:lvl5pPr>
            <a:lvl6pPr algn="l">
              <a:defRPr sz="1950" b="1">
                <a:solidFill>
                  <a:srgbClr val="182235"/>
                </a:solidFill>
              </a:defRPr>
            </a:lvl6pPr>
            <a:lvl7pPr algn="l">
              <a:defRPr sz="1950" b="1">
                <a:solidFill>
                  <a:srgbClr val="182235"/>
                </a:solidFill>
              </a:defRPr>
            </a:lvl7pPr>
            <a:lvl8pPr algn="l">
              <a:defRPr sz="1950" b="1">
                <a:solidFill>
                  <a:srgbClr val="182235"/>
                </a:solidFill>
              </a:defRPr>
            </a:lvl8pPr>
            <a:lvl9pPr algn="l">
              <a:defRPr sz="19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82235"/>
                </a:solidFill>
              </a:defRPr>
            </a:pPr>
            <a:r>
              <a:rPr sz="1950" b="1">
                <a:solidFill>
                  <a:srgbClr val="182235"/>
                </a:solidFill>
              </a:rPr>
              <a:t>Campaign revenue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A8D831-CD0C-4927-BB5D-326BFCC4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00525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D6A7C"/>
                </a:solidFill>
              </a:defRPr>
            </a:defPPr>
            <a:lvl1pPr algn="l">
              <a:defRPr sz="1275" b="0">
                <a:solidFill>
                  <a:srgbClr val="5D6A7C"/>
                </a:solidFill>
              </a:defRPr>
            </a:lvl1pPr>
            <a:lvl2pPr algn="l">
              <a:defRPr sz="1275" b="0">
                <a:solidFill>
                  <a:srgbClr val="5D6A7C"/>
                </a:solidFill>
              </a:defRPr>
            </a:lvl2pPr>
            <a:lvl3pPr algn="l">
              <a:defRPr sz="1275" b="0">
                <a:solidFill>
                  <a:srgbClr val="5D6A7C"/>
                </a:solidFill>
              </a:defRPr>
            </a:lvl3pPr>
            <a:lvl4pPr algn="l">
              <a:defRPr sz="1275" b="0">
                <a:solidFill>
                  <a:srgbClr val="5D6A7C"/>
                </a:solidFill>
              </a:defRPr>
            </a:lvl4pPr>
            <a:lvl5pPr algn="l">
              <a:defRPr sz="1275" b="0">
                <a:solidFill>
                  <a:srgbClr val="5D6A7C"/>
                </a:solidFill>
              </a:defRPr>
            </a:lvl5pPr>
            <a:lvl6pPr algn="l">
              <a:defRPr sz="1275" b="0">
                <a:solidFill>
                  <a:srgbClr val="5D6A7C"/>
                </a:solidFill>
              </a:defRPr>
            </a:lvl6pPr>
            <a:lvl7pPr algn="l">
              <a:defRPr sz="1275" b="0">
                <a:solidFill>
                  <a:srgbClr val="5D6A7C"/>
                </a:solidFill>
              </a:defRPr>
            </a:lvl7pPr>
            <a:lvl8pPr algn="l">
              <a:defRPr sz="1275" b="0">
                <a:solidFill>
                  <a:srgbClr val="5D6A7C"/>
                </a:solidFill>
              </a:defRPr>
            </a:lvl8pPr>
            <a:lvl9pPr algn="l">
              <a:defRPr sz="1275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D6A7C"/>
                </a:solidFill>
              </a:defRPr>
            </a:pPr>
            <a:r>
              <a:rPr sz="1275" b="0">
                <a:solidFill>
                  <a:srgbClr val="5D6A7C"/>
                </a:solidFill>
              </a:rPr>
              <a:t>Clearly labelled sponsored placements for campus-relevant brands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F8433A-ECFF-4763-A54D-661CC4A9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95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4EC"/>
          </a:solidFill>
          <a:ln xmlns:a="http://schemas.openxmlformats.org/drawingml/2006/main" w="0">
            <a:solidFill>
              <a:srgbClr val="DEE4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0078E1-2D90-499A-8E6A-29428737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287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21324B"/>
          </a:solidFill>
          <a:ln xmlns:a="http://schemas.openxmlformats.org/drawingml/2006/main" w="9525">
            <a:solidFill>
              <a:srgbClr val="2132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35E129-5B38-4B8D-BAA8-1EF8CEFF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7690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Revenue grows with active outlets, completed orders and advertiser demand. Mealy does not sell student personal data.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6DBEA5-D77E-4264-B993-5ECC30D4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95A0AF"/>
                </a:solidFill>
              </a:defRPr>
            </a:defPPr>
            <a:lvl1pPr algn="r">
              <a:defRPr sz="825" b="1">
                <a:solidFill>
                  <a:srgbClr val="95A0AF"/>
                </a:solidFill>
              </a:defRPr>
            </a:lvl1pPr>
            <a:lvl2pPr algn="r">
              <a:defRPr sz="825" b="1">
                <a:solidFill>
                  <a:srgbClr val="95A0AF"/>
                </a:solidFill>
              </a:defRPr>
            </a:lvl2pPr>
            <a:lvl3pPr algn="r">
              <a:defRPr sz="825" b="1">
                <a:solidFill>
                  <a:srgbClr val="95A0AF"/>
                </a:solidFill>
              </a:defRPr>
            </a:lvl3pPr>
            <a:lvl4pPr algn="r">
              <a:defRPr sz="825" b="1">
                <a:solidFill>
                  <a:srgbClr val="95A0AF"/>
                </a:solidFill>
              </a:defRPr>
            </a:lvl4pPr>
            <a:lvl5pPr algn="r">
              <a:defRPr sz="825" b="1">
                <a:solidFill>
                  <a:srgbClr val="95A0AF"/>
                </a:solidFill>
              </a:defRPr>
            </a:lvl5pPr>
            <a:lvl6pPr algn="r">
              <a:defRPr sz="825" b="1">
                <a:solidFill>
                  <a:srgbClr val="95A0AF"/>
                </a:solidFill>
              </a:defRPr>
            </a:lvl6pPr>
            <a:lvl7pPr algn="r">
              <a:defRPr sz="825" b="1">
                <a:solidFill>
                  <a:srgbClr val="95A0AF"/>
                </a:solidFill>
              </a:defRPr>
            </a:lvl7pPr>
            <a:lvl8pPr algn="r">
              <a:defRPr sz="825" b="1">
                <a:solidFill>
                  <a:srgbClr val="95A0AF"/>
                </a:solidFill>
              </a:defRPr>
            </a:lvl8pPr>
            <a:lvl9pPr algn="r">
              <a:defRPr sz="825" b="1">
                <a:solidFill>
                  <a:srgbClr val="95A0AF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95A0AF"/>
                </a:solidFill>
              </a:defRPr>
            </a:pPr>
            <a:r>
              <a:rPr sz="825" b="1">
                <a:solidFill>
                  <a:srgbClr val="95A0AF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732393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132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7056E6-998F-4798-93C5-67A3EFAD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FC2AA"/>
                </a:solidFill>
              </a:defRPr>
            </a:defPPr>
            <a:lvl1pPr algn="l">
              <a:defRPr sz="900" b="1">
                <a:solidFill>
                  <a:srgbClr val="FFC2AA"/>
                </a:solidFill>
              </a:defRPr>
            </a:lvl1pPr>
            <a:lvl2pPr algn="l">
              <a:defRPr sz="900" b="1">
                <a:solidFill>
                  <a:srgbClr val="FFC2AA"/>
                </a:solidFill>
              </a:defRPr>
            </a:lvl2pPr>
            <a:lvl3pPr algn="l">
              <a:defRPr sz="900" b="1">
                <a:solidFill>
                  <a:srgbClr val="FFC2AA"/>
                </a:solidFill>
              </a:defRPr>
            </a:lvl3pPr>
            <a:lvl4pPr algn="l">
              <a:defRPr sz="900" b="1">
                <a:solidFill>
                  <a:srgbClr val="FFC2AA"/>
                </a:solidFill>
              </a:defRPr>
            </a:lvl4pPr>
            <a:lvl5pPr algn="l">
              <a:defRPr sz="900" b="1">
                <a:solidFill>
                  <a:srgbClr val="FFC2AA"/>
                </a:solidFill>
              </a:defRPr>
            </a:lvl5pPr>
            <a:lvl6pPr algn="l">
              <a:defRPr sz="900" b="1">
                <a:solidFill>
                  <a:srgbClr val="FFC2AA"/>
                </a:solidFill>
              </a:defRPr>
            </a:lvl6pPr>
            <a:lvl7pPr algn="l">
              <a:defRPr sz="900" b="1">
                <a:solidFill>
                  <a:srgbClr val="FFC2AA"/>
                </a:solidFill>
              </a:defRPr>
            </a:lvl7pPr>
            <a:lvl8pPr algn="l">
              <a:defRPr sz="900" b="1">
                <a:solidFill>
                  <a:srgbClr val="FFC2AA"/>
                </a:solidFill>
              </a:defRPr>
            </a:lvl8pPr>
            <a:lvl9pPr algn="l">
              <a:defRPr sz="900" b="1">
                <a:solidFill>
                  <a:srgbClr val="FFC2AA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FC2AA"/>
                </a:solidFill>
              </a:defRPr>
            </a:pPr>
            <a:r>
              <a:rPr sz="900" b="1">
                <a:solidFill>
                  <a:srgbClr val="FFC2AA"/>
                </a:solidFill>
              </a:rPr>
              <a:t>READY FOR CANTEEN ONBOARDING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A749AB-96F5-4CF1-9909-1F045F2B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95375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</a:defRPr>
            </a:defPPr>
            <a:lvl1pPr algn="l">
              <a:defRPr sz="3450" b="1">
                <a:solidFill>
                  <a:srgbClr val="FFFFFF"/>
                </a:solidFill>
              </a:defRPr>
            </a:lvl1pPr>
            <a:lvl2pPr algn="l">
              <a:defRPr sz="3450" b="1">
                <a:solidFill>
                  <a:srgbClr val="FFFFFF"/>
                </a:solidFill>
              </a:defRPr>
            </a:lvl2pPr>
            <a:lvl3pPr algn="l">
              <a:defRPr sz="3450" b="1">
                <a:solidFill>
                  <a:srgbClr val="FFFFFF"/>
                </a:solidFill>
              </a:defRPr>
            </a:lvl3pPr>
            <a:lvl4pPr algn="l">
              <a:defRPr sz="3450" b="1">
                <a:solidFill>
                  <a:srgbClr val="FFFFFF"/>
                </a:solidFill>
              </a:defRPr>
            </a:lvl4pPr>
            <a:lvl5pPr algn="l">
              <a:defRPr sz="3450" b="1">
                <a:solidFill>
                  <a:srgbClr val="FFFFFF"/>
                </a:solidFill>
              </a:defRPr>
            </a:lvl5pPr>
            <a:lvl6pPr algn="l">
              <a:defRPr sz="3450" b="1">
                <a:solidFill>
                  <a:srgbClr val="FFFFFF"/>
                </a:solidFill>
              </a:defRPr>
            </a:lvl6pPr>
            <a:lvl7pPr algn="l">
              <a:defRPr sz="3450" b="1">
                <a:solidFill>
                  <a:srgbClr val="FFFFFF"/>
                </a:solidFill>
              </a:defRPr>
            </a:lvl7pPr>
            <a:lvl8pPr algn="l">
              <a:defRPr sz="3450" b="1">
                <a:solidFill>
                  <a:srgbClr val="FFFFFF"/>
                </a:solidFill>
              </a:defRPr>
            </a:lvl8pPr>
            <a:lvl9pPr algn="l">
              <a:defRPr sz="34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A deployable operating system for campus food.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30834-78E5-41C7-AF66-3B096BE6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F8A52"/>
                </a:solidFill>
              </a:defRPr>
            </a:defPPr>
            <a:lvl1pPr algn="l">
              <a:defRPr sz="900" b="1">
                <a:solidFill>
                  <a:srgbClr val="FF8A52"/>
                </a:solidFill>
              </a:defRPr>
            </a:lvl1pPr>
            <a:lvl2pPr algn="l">
              <a:defRPr sz="900" b="1">
                <a:solidFill>
                  <a:srgbClr val="FF8A52"/>
                </a:solidFill>
              </a:defRPr>
            </a:lvl2pPr>
            <a:lvl3pPr algn="l">
              <a:defRPr sz="900" b="1">
                <a:solidFill>
                  <a:srgbClr val="FF8A52"/>
                </a:solidFill>
              </a:defRPr>
            </a:lvl3pPr>
            <a:lvl4pPr algn="l">
              <a:defRPr sz="900" b="1">
                <a:solidFill>
                  <a:srgbClr val="FF8A52"/>
                </a:solidFill>
              </a:defRPr>
            </a:lvl4pPr>
            <a:lvl5pPr algn="l">
              <a:defRPr sz="900" b="1">
                <a:solidFill>
                  <a:srgbClr val="FF8A52"/>
                </a:solidFill>
              </a:defRPr>
            </a:lvl5pPr>
            <a:lvl6pPr algn="l">
              <a:defRPr sz="900" b="1">
                <a:solidFill>
                  <a:srgbClr val="FF8A52"/>
                </a:solidFill>
              </a:defRPr>
            </a:lvl6pPr>
            <a:lvl7pPr algn="l">
              <a:defRPr sz="900" b="1">
                <a:solidFill>
                  <a:srgbClr val="FF8A52"/>
                </a:solidFill>
              </a:defRPr>
            </a:lvl7pPr>
            <a:lvl8pPr algn="l">
              <a:defRPr sz="900" b="1">
                <a:solidFill>
                  <a:srgbClr val="FF8A52"/>
                </a:solidFill>
              </a:defRPr>
            </a:lvl8pPr>
            <a:lvl9pPr algn="l">
              <a:defRPr sz="900" b="1">
                <a:solidFill>
                  <a:srgbClr val="FF8A52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F8A52"/>
                </a:solidFill>
              </a:defRPr>
            </a:pPr>
            <a:r>
              <a:rPr sz="900" b="1">
                <a:solidFill>
                  <a:srgbClr val="FF8A52"/>
                </a:solidFill>
              </a:rPr>
              <a:t>CLOUD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1C9EA-2A30-4B46-A07B-1A623703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D4DDE8"/>
                </a:solidFill>
              </a:defRPr>
            </a:defPPr>
            <a:lvl1pPr algn="l">
              <a:defRPr sz="1350" b="1">
                <a:solidFill>
                  <a:srgbClr val="D4DDE8"/>
                </a:solidFill>
              </a:defRPr>
            </a:lvl1pPr>
            <a:lvl2pPr algn="l">
              <a:defRPr sz="1350" b="1">
                <a:solidFill>
                  <a:srgbClr val="D4DDE8"/>
                </a:solidFill>
              </a:defRPr>
            </a:lvl2pPr>
            <a:lvl3pPr algn="l">
              <a:defRPr sz="1350" b="1">
                <a:solidFill>
                  <a:srgbClr val="D4DDE8"/>
                </a:solidFill>
              </a:defRPr>
            </a:lvl3pPr>
            <a:lvl4pPr algn="l">
              <a:defRPr sz="1350" b="1">
                <a:solidFill>
                  <a:srgbClr val="D4DDE8"/>
                </a:solidFill>
              </a:defRPr>
            </a:lvl4pPr>
            <a:lvl5pPr algn="l">
              <a:defRPr sz="1350" b="1">
                <a:solidFill>
                  <a:srgbClr val="D4DDE8"/>
                </a:solidFill>
              </a:defRPr>
            </a:lvl5pPr>
            <a:lvl6pPr algn="l">
              <a:defRPr sz="1350" b="1">
                <a:solidFill>
                  <a:srgbClr val="D4DDE8"/>
                </a:solidFill>
              </a:defRPr>
            </a:lvl6pPr>
            <a:lvl7pPr algn="l">
              <a:defRPr sz="1350" b="1">
                <a:solidFill>
                  <a:srgbClr val="D4DDE8"/>
                </a:solidFill>
              </a:defRPr>
            </a:lvl7pPr>
            <a:lvl8pPr algn="l">
              <a:defRPr sz="1350" b="1">
                <a:solidFill>
                  <a:srgbClr val="D4DDE8"/>
                </a:solidFill>
              </a:defRPr>
            </a:lvl8pPr>
            <a:lvl9pPr algn="l">
              <a:defRPr sz="1350" b="1">
                <a:solidFill>
                  <a:srgbClr val="D4DDE8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4DDE8"/>
                </a:solidFill>
              </a:defRPr>
            </a:pPr>
            <a:r>
              <a:rPr sz="1350" b="1">
                <a:solidFill>
                  <a:srgbClr val="D4DDE8"/>
                </a:solidFill>
              </a:rPr>
              <a:t>Student app, management and forecasting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150F2-B60C-4D6E-AF1D-B4144123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43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F8A52"/>
                </a:solidFill>
              </a:defRPr>
            </a:defPPr>
            <a:lvl1pPr algn="l">
              <a:defRPr sz="900" b="1">
                <a:solidFill>
                  <a:srgbClr val="FF8A52"/>
                </a:solidFill>
              </a:defRPr>
            </a:lvl1pPr>
            <a:lvl2pPr algn="l">
              <a:defRPr sz="900" b="1">
                <a:solidFill>
                  <a:srgbClr val="FF8A52"/>
                </a:solidFill>
              </a:defRPr>
            </a:lvl2pPr>
            <a:lvl3pPr algn="l">
              <a:defRPr sz="900" b="1">
                <a:solidFill>
                  <a:srgbClr val="FF8A52"/>
                </a:solidFill>
              </a:defRPr>
            </a:lvl3pPr>
            <a:lvl4pPr algn="l">
              <a:defRPr sz="900" b="1">
                <a:solidFill>
                  <a:srgbClr val="FF8A52"/>
                </a:solidFill>
              </a:defRPr>
            </a:lvl4pPr>
            <a:lvl5pPr algn="l">
              <a:defRPr sz="900" b="1">
                <a:solidFill>
                  <a:srgbClr val="FF8A52"/>
                </a:solidFill>
              </a:defRPr>
            </a:lvl5pPr>
            <a:lvl6pPr algn="l">
              <a:defRPr sz="900" b="1">
                <a:solidFill>
                  <a:srgbClr val="FF8A52"/>
                </a:solidFill>
              </a:defRPr>
            </a:lvl6pPr>
            <a:lvl7pPr algn="l">
              <a:defRPr sz="900" b="1">
                <a:solidFill>
                  <a:srgbClr val="FF8A52"/>
                </a:solidFill>
              </a:defRPr>
            </a:lvl7pPr>
            <a:lvl8pPr algn="l">
              <a:defRPr sz="900" b="1">
                <a:solidFill>
                  <a:srgbClr val="FF8A52"/>
                </a:solidFill>
              </a:defRPr>
            </a:lvl8pPr>
            <a:lvl9pPr algn="l">
              <a:defRPr sz="900" b="1">
                <a:solidFill>
                  <a:srgbClr val="FF8A52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F8A52"/>
                </a:solidFill>
              </a:defRPr>
            </a:pPr>
            <a:r>
              <a:rPr sz="900" b="1">
                <a:solidFill>
                  <a:srgbClr val="FF8A52"/>
                </a:solidFill>
              </a:rPr>
              <a:t>OUTLET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45A6B-E2A0-4B33-9F96-4042C61C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671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D4DDE8"/>
                </a:solidFill>
              </a:defRPr>
            </a:defPPr>
            <a:lvl1pPr algn="l">
              <a:defRPr sz="1350" b="1">
                <a:solidFill>
                  <a:srgbClr val="D4DDE8"/>
                </a:solidFill>
              </a:defRPr>
            </a:lvl1pPr>
            <a:lvl2pPr algn="l">
              <a:defRPr sz="1350" b="1">
                <a:solidFill>
                  <a:srgbClr val="D4DDE8"/>
                </a:solidFill>
              </a:defRPr>
            </a:lvl2pPr>
            <a:lvl3pPr algn="l">
              <a:defRPr sz="1350" b="1">
                <a:solidFill>
                  <a:srgbClr val="D4DDE8"/>
                </a:solidFill>
              </a:defRPr>
            </a:lvl3pPr>
            <a:lvl4pPr algn="l">
              <a:defRPr sz="1350" b="1">
                <a:solidFill>
                  <a:srgbClr val="D4DDE8"/>
                </a:solidFill>
              </a:defRPr>
            </a:lvl4pPr>
            <a:lvl5pPr algn="l">
              <a:defRPr sz="1350" b="1">
                <a:solidFill>
                  <a:srgbClr val="D4DDE8"/>
                </a:solidFill>
              </a:defRPr>
            </a:lvl5pPr>
            <a:lvl6pPr algn="l">
              <a:defRPr sz="1350" b="1">
                <a:solidFill>
                  <a:srgbClr val="D4DDE8"/>
                </a:solidFill>
              </a:defRPr>
            </a:lvl6pPr>
            <a:lvl7pPr algn="l">
              <a:defRPr sz="1350" b="1">
                <a:solidFill>
                  <a:srgbClr val="D4DDE8"/>
                </a:solidFill>
              </a:defRPr>
            </a:lvl7pPr>
            <a:lvl8pPr algn="l">
              <a:defRPr sz="1350" b="1">
                <a:solidFill>
                  <a:srgbClr val="D4DDE8"/>
                </a:solidFill>
              </a:defRPr>
            </a:lvl8pPr>
            <a:lvl9pPr algn="l">
              <a:defRPr sz="1350" b="1">
                <a:solidFill>
                  <a:srgbClr val="D4DDE8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4DDE8"/>
                </a:solidFill>
              </a:defRPr>
            </a:pPr>
            <a:r>
              <a:rPr sz="1350" b="1">
                <a:solidFill>
                  <a:srgbClr val="D4DDE8"/>
                </a:solidFill>
              </a:rPr>
              <a:t>POS, KDS, gateway and printer routing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0EB896-DEEF-4EBB-9E41-83E17948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F8A52"/>
                </a:solidFill>
              </a:defRPr>
            </a:defPPr>
            <a:lvl1pPr algn="l">
              <a:defRPr sz="900" b="1">
                <a:solidFill>
                  <a:srgbClr val="FF8A52"/>
                </a:solidFill>
              </a:defRPr>
            </a:lvl1pPr>
            <a:lvl2pPr algn="l">
              <a:defRPr sz="900" b="1">
                <a:solidFill>
                  <a:srgbClr val="FF8A52"/>
                </a:solidFill>
              </a:defRPr>
            </a:lvl2pPr>
            <a:lvl3pPr algn="l">
              <a:defRPr sz="900" b="1">
                <a:solidFill>
                  <a:srgbClr val="FF8A52"/>
                </a:solidFill>
              </a:defRPr>
            </a:lvl3pPr>
            <a:lvl4pPr algn="l">
              <a:defRPr sz="900" b="1">
                <a:solidFill>
                  <a:srgbClr val="FF8A52"/>
                </a:solidFill>
              </a:defRPr>
            </a:lvl4pPr>
            <a:lvl5pPr algn="l">
              <a:defRPr sz="900" b="1">
                <a:solidFill>
                  <a:srgbClr val="FF8A52"/>
                </a:solidFill>
              </a:defRPr>
            </a:lvl5pPr>
            <a:lvl6pPr algn="l">
              <a:defRPr sz="900" b="1">
                <a:solidFill>
                  <a:srgbClr val="FF8A52"/>
                </a:solidFill>
              </a:defRPr>
            </a:lvl6pPr>
            <a:lvl7pPr algn="l">
              <a:defRPr sz="900" b="1">
                <a:solidFill>
                  <a:srgbClr val="FF8A52"/>
                </a:solidFill>
              </a:defRPr>
            </a:lvl7pPr>
            <a:lvl8pPr algn="l">
              <a:defRPr sz="900" b="1">
                <a:solidFill>
                  <a:srgbClr val="FF8A52"/>
                </a:solidFill>
              </a:defRPr>
            </a:lvl8pPr>
            <a:lvl9pPr algn="l">
              <a:defRPr sz="900" b="1">
                <a:solidFill>
                  <a:srgbClr val="FF8A52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F8A52"/>
                </a:solidFill>
              </a:defRPr>
            </a:pPr>
            <a:r>
              <a:rPr sz="900" b="1">
                <a:solidFill>
                  <a:srgbClr val="FF8A52"/>
                </a:solidFill>
              </a:rPr>
              <a:t>OPERATIONS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57ED23-E34F-4F9C-86C2-CC018B12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D4DDE8"/>
                </a:solidFill>
              </a:defRPr>
            </a:defPPr>
            <a:lvl1pPr algn="l">
              <a:defRPr sz="1350" b="1">
                <a:solidFill>
                  <a:srgbClr val="D4DDE8"/>
                </a:solidFill>
              </a:defRPr>
            </a:lvl1pPr>
            <a:lvl2pPr algn="l">
              <a:defRPr sz="1350" b="1">
                <a:solidFill>
                  <a:srgbClr val="D4DDE8"/>
                </a:solidFill>
              </a:defRPr>
            </a:lvl2pPr>
            <a:lvl3pPr algn="l">
              <a:defRPr sz="1350" b="1">
                <a:solidFill>
                  <a:srgbClr val="D4DDE8"/>
                </a:solidFill>
              </a:defRPr>
            </a:lvl3pPr>
            <a:lvl4pPr algn="l">
              <a:defRPr sz="1350" b="1">
                <a:solidFill>
                  <a:srgbClr val="D4DDE8"/>
                </a:solidFill>
              </a:defRPr>
            </a:lvl4pPr>
            <a:lvl5pPr algn="l">
              <a:defRPr sz="1350" b="1">
                <a:solidFill>
                  <a:srgbClr val="D4DDE8"/>
                </a:solidFill>
              </a:defRPr>
            </a:lvl5pPr>
            <a:lvl6pPr algn="l">
              <a:defRPr sz="1350" b="1">
                <a:solidFill>
                  <a:srgbClr val="D4DDE8"/>
                </a:solidFill>
              </a:defRPr>
            </a:lvl6pPr>
            <a:lvl7pPr algn="l">
              <a:defRPr sz="1350" b="1">
                <a:solidFill>
                  <a:srgbClr val="D4DDE8"/>
                </a:solidFill>
              </a:defRPr>
            </a:lvl7pPr>
            <a:lvl8pPr algn="l">
              <a:defRPr sz="1350" b="1">
                <a:solidFill>
                  <a:srgbClr val="D4DDE8"/>
                </a:solidFill>
              </a:defRPr>
            </a:lvl8pPr>
            <a:lvl9pPr algn="l">
              <a:defRPr sz="1350" b="1">
                <a:solidFill>
                  <a:srgbClr val="D4DDE8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4DDE8"/>
                </a:solidFill>
              </a:defRPr>
            </a:pPr>
            <a:r>
              <a:rPr sz="1350" b="1">
                <a:solidFill>
                  <a:srgbClr val="D4DDE8"/>
                </a:solidFill>
              </a:rPr>
              <a:t>Tokens, pickup slots, live status and recovery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F79168-A48C-4351-851C-23C363E8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286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F8A52"/>
                </a:solidFill>
              </a:defRPr>
            </a:defPPr>
            <a:lvl1pPr algn="l">
              <a:defRPr sz="900" b="1">
                <a:solidFill>
                  <a:srgbClr val="FF8A52"/>
                </a:solidFill>
              </a:defRPr>
            </a:lvl1pPr>
            <a:lvl2pPr algn="l">
              <a:defRPr sz="900" b="1">
                <a:solidFill>
                  <a:srgbClr val="FF8A52"/>
                </a:solidFill>
              </a:defRPr>
            </a:lvl2pPr>
            <a:lvl3pPr algn="l">
              <a:defRPr sz="900" b="1">
                <a:solidFill>
                  <a:srgbClr val="FF8A52"/>
                </a:solidFill>
              </a:defRPr>
            </a:lvl3pPr>
            <a:lvl4pPr algn="l">
              <a:defRPr sz="900" b="1">
                <a:solidFill>
                  <a:srgbClr val="FF8A52"/>
                </a:solidFill>
              </a:defRPr>
            </a:lvl4pPr>
            <a:lvl5pPr algn="l">
              <a:defRPr sz="900" b="1">
                <a:solidFill>
                  <a:srgbClr val="FF8A52"/>
                </a:solidFill>
              </a:defRPr>
            </a:lvl5pPr>
            <a:lvl6pPr algn="l">
              <a:defRPr sz="900" b="1">
                <a:solidFill>
                  <a:srgbClr val="FF8A52"/>
                </a:solidFill>
              </a:defRPr>
            </a:lvl6pPr>
            <a:lvl7pPr algn="l">
              <a:defRPr sz="900" b="1">
                <a:solidFill>
                  <a:srgbClr val="FF8A52"/>
                </a:solidFill>
              </a:defRPr>
            </a:lvl7pPr>
            <a:lvl8pPr algn="l">
              <a:defRPr sz="900" b="1">
                <a:solidFill>
                  <a:srgbClr val="FF8A52"/>
                </a:solidFill>
              </a:defRPr>
            </a:lvl8pPr>
            <a:lvl9pPr algn="l">
              <a:defRPr sz="900" b="1">
                <a:solidFill>
                  <a:srgbClr val="FF8A52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F8A52"/>
                </a:solidFill>
              </a:defRPr>
            </a:pPr>
            <a:r>
              <a:rPr sz="900" b="1">
                <a:solidFill>
                  <a:srgbClr val="FF8A52"/>
                </a:solidFill>
              </a:rPr>
              <a:t>BUSINESS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049D80-E531-4D67-BC4E-D30A957C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101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D4DDE8"/>
                </a:solidFill>
              </a:defRPr>
            </a:defPPr>
            <a:lvl1pPr algn="l">
              <a:defRPr sz="1350" b="1">
                <a:solidFill>
                  <a:srgbClr val="D4DDE8"/>
                </a:solidFill>
              </a:defRPr>
            </a:lvl1pPr>
            <a:lvl2pPr algn="l">
              <a:defRPr sz="1350" b="1">
                <a:solidFill>
                  <a:srgbClr val="D4DDE8"/>
                </a:solidFill>
              </a:defRPr>
            </a:lvl2pPr>
            <a:lvl3pPr algn="l">
              <a:defRPr sz="1350" b="1">
                <a:solidFill>
                  <a:srgbClr val="D4DDE8"/>
                </a:solidFill>
              </a:defRPr>
            </a:lvl3pPr>
            <a:lvl4pPr algn="l">
              <a:defRPr sz="1350" b="1">
                <a:solidFill>
                  <a:srgbClr val="D4DDE8"/>
                </a:solidFill>
              </a:defRPr>
            </a:lvl4pPr>
            <a:lvl5pPr algn="l">
              <a:defRPr sz="1350" b="1">
                <a:solidFill>
                  <a:srgbClr val="D4DDE8"/>
                </a:solidFill>
              </a:defRPr>
            </a:lvl5pPr>
            <a:lvl6pPr algn="l">
              <a:defRPr sz="1350" b="1">
                <a:solidFill>
                  <a:srgbClr val="D4DDE8"/>
                </a:solidFill>
              </a:defRPr>
            </a:lvl6pPr>
            <a:lvl7pPr algn="l">
              <a:defRPr sz="1350" b="1">
                <a:solidFill>
                  <a:srgbClr val="D4DDE8"/>
                </a:solidFill>
              </a:defRPr>
            </a:lvl7pPr>
            <a:lvl8pPr algn="l">
              <a:defRPr sz="1350" b="1">
                <a:solidFill>
                  <a:srgbClr val="D4DDE8"/>
                </a:solidFill>
              </a:defRPr>
            </a:lvl8pPr>
            <a:lvl9pPr algn="l">
              <a:defRPr sz="1350" b="1">
                <a:solidFill>
                  <a:srgbClr val="D4DDE8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4DDE8"/>
                </a:solidFill>
              </a:defRPr>
            </a:pPr>
            <a:r>
              <a:rPr sz="1350" b="1">
                <a:solidFill>
                  <a:srgbClr val="D4DDE8"/>
                </a:solidFill>
              </a:rPr>
              <a:t>Per-outlet recurring revenue with setup services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49BE05-3C1E-4E91-B729-914635F3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</a:defRPr>
            </a:defPPr>
            <a:lvl1pPr algn="l">
              <a:defRPr sz="1650" b="1">
                <a:solidFill>
                  <a:srgbClr val="FFFFFF"/>
                </a:solidFill>
              </a:defRPr>
            </a:lvl1pPr>
            <a:lvl2pPr algn="l">
              <a:defRPr sz="1650" b="1">
                <a:solidFill>
                  <a:srgbClr val="FFFFFF"/>
                </a:solidFill>
              </a:defRPr>
            </a:lvl2pPr>
            <a:lvl3pPr algn="l">
              <a:defRPr sz="1650" b="1">
                <a:solidFill>
                  <a:srgbClr val="FFFFFF"/>
                </a:solidFill>
              </a:defRPr>
            </a:lvl3pPr>
            <a:lvl4pPr algn="l">
              <a:defRPr sz="1650" b="1">
                <a:solidFill>
                  <a:srgbClr val="FFFFFF"/>
                </a:solidFill>
              </a:defRPr>
            </a:lvl4pPr>
            <a:lvl5pPr algn="l">
              <a:defRPr sz="1650" b="1">
                <a:solidFill>
                  <a:srgbClr val="FFFFFF"/>
                </a:solidFill>
              </a:defRPr>
            </a:lvl5pPr>
            <a:lvl6pPr algn="l">
              <a:defRPr sz="1650" b="1">
                <a:solidFill>
                  <a:srgbClr val="FFFFFF"/>
                </a:solidFill>
              </a:defRPr>
            </a:lvl6pPr>
            <a:lvl7pPr algn="l">
              <a:defRPr sz="1650" b="1">
                <a:solidFill>
                  <a:srgbClr val="FFFFFF"/>
                </a:solidFill>
              </a:defRPr>
            </a:lvl7pPr>
            <a:lvl8pPr algn="l">
              <a:defRPr sz="1650" b="1">
                <a:solidFill>
                  <a:srgbClr val="FFFFFF"/>
                </a:solidFill>
              </a:defRPr>
            </a:lvl8pPr>
            <a:lvl9pPr algn="l"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Mealy connects every participant without making internet reliability the canteen’s problem.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78B15A-B604-4EDE-A245-20DD307F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0769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FF8A52"/>
                </a:solidFill>
              </a:defRPr>
            </a:defPPr>
            <a:lvl1pPr algn="r">
              <a:defRPr sz="1050" b="1">
                <a:solidFill>
                  <a:srgbClr val="FF8A52"/>
                </a:solidFill>
              </a:defRPr>
            </a:lvl1pPr>
            <a:lvl2pPr algn="r">
              <a:defRPr sz="1050" b="1">
                <a:solidFill>
                  <a:srgbClr val="FF8A52"/>
                </a:solidFill>
              </a:defRPr>
            </a:lvl2pPr>
            <a:lvl3pPr algn="r">
              <a:defRPr sz="1050" b="1">
                <a:solidFill>
                  <a:srgbClr val="FF8A52"/>
                </a:solidFill>
              </a:defRPr>
            </a:lvl3pPr>
            <a:lvl4pPr algn="r">
              <a:defRPr sz="1050" b="1">
                <a:solidFill>
                  <a:srgbClr val="FF8A52"/>
                </a:solidFill>
              </a:defRPr>
            </a:lvl4pPr>
            <a:lvl5pPr algn="r">
              <a:defRPr sz="1050" b="1">
                <a:solidFill>
                  <a:srgbClr val="FF8A52"/>
                </a:solidFill>
              </a:defRPr>
            </a:lvl5pPr>
            <a:lvl6pPr algn="r">
              <a:defRPr sz="1050" b="1">
                <a:solidFill>
                  <a:srgbClr val="FF8A52"/>
                </a:solidFill>
              </a:defRPr>
            </a:lvl6pPr>
            <a:lvl7pPr algn="r">
              <a:defRPr sz="1050" b="1">
                <a:solidFill>
                  <a:srgbClr val="FF8A52"/>
                </a:solidFill>
              </a:defRPr>
            </a:lvl7pPr>
            <a:lvl8pPr algn="r">
              <a:defRPr sz="1050" b="1">
                <a:solidFill>
                  <a:srgbClr val="FF8A52"/>
                </a:solidFill>
              </a:defRPr>
            </a:lvl8pPr>
            <a:lvl9pPr algn="r">
              <a:defRPr sz="1050" b="1">
                <a:solidFill>
                  <a:srgbClr val="FF8A52"/>
                </a:solidFill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FF8A52"/>
                </a:solidFill>
              </a:defRPr>
            </a:pPr>
            <a:r>
              <a:rPr sz="1050" b="1">
                <a:solidFill>
                  <a:srgbClr val="FF8A52"/>
                </a:solidFill>
              </a:rPr>
              <a:t>MEALY</a:t>
            </a:r>
          </a:p>
        </p:txBody>
      </p:sp>
    </p:spTree>
    <p:extLst>
      <p:ext uri="{BB962C8B-B14F-4D97-AF65-F5344CB8AC3E}">
        <p14:creationId xmlns:p14="http://schemas.microsoft.com/office/powerpoint/2010/main" val="12640136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2026-10-30T09:36:58.9140000Z</dcterms:created>
  <dcterms:modified xsi:type="dcterms:W3CDTF">2026-10-30T09:36:58.9140000Z</dcterms:modified>
</coreProperties>
</file>